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4" r:id="rId2"/>
    <p:sldId id="261" r:id="rId3"/>
    <p:sldId id="262" r:id="rId4"/>
    <p:sldId id="256" r:id="rId5"/>
    <p:sldId id="258" r:id="rId6"/>
    <p:sldId id="260" r:id="rId7"/>
    <p:sldId id="259" r:id="rId8"/>
    <p:sldId id="257" r:id="rId9"/>
  </p:sldIdLst>
  <p:sldSz cx="12192000" cy="1600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84" userDrawn="1">
          <p15:clr>
            <a:srgbClr val="A4A3A4"/>
          </p15:clr>
        </p15:guide>
        <p15:guide id="2" pos="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2"/>
    <p:restoredTop sz="94453"/>
  </p:normalViewPr>
  <p:slideViewPr>
    <p:cSldViewPr snapToGrid="0" showGuides="1">
      <p:cViewPr>
        <p:scale>
          <a:sx n="135" d="100"/>
          <a:sy n="135" d="100"/>
        </p:scale>
        <p:origin x="2672" y="144"/>
      </p:cViewPr>
      <p:guideLst>
        <p:guide orient="horz" pos="3984"/>
        <p:guide pos="432"/>
      </p:guideLst>
    </p:cSldViewPr>
  </p:slideViewPr>
  <p:notesTextViewPr>
    <p:cViewPr>
      <p:scale>
        <a:sx n="114" d="100"/>
        <a:sy n="11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C1B45-61CC-B64D-BCEF-949BE053BD1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09CBB-8124-6641-AE7E-A65E79A62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5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F81F-1322-B82C-DC3C-B300F1F5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74D7F-FA38-1B40-5990-1B6B02EA1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0700B-6407-38E1-B1C6-BADCD399E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608C-E43B-F05F-FD14-0D72C001A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0102-C215-691C-7117-AFDECF0C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11702-AA10-1B02-5327-81E767659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3CFFD-0C05-BB49-D386-C34071374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A2A92-10F3-CBCF-0976-46320E072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24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5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D5E8-176B-0337-31EF-58002E88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E2E8A-825E-742E-E479-9C0E2EF0B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C4285-B4FA-D702-1E48-E50D449C0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991CB-0025-77EF-80CD-98A3A81F5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4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F275-5DE5-6763-4DC2-024C0F1B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92FEC-E79E-6DB4-1C1A-16EBB74A2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818CF-61CF-AF96-D48B-713B508E1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07F45-AE72-3039-725E-F0D0A615D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5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5E86-2817-4BD7-4318-9C7B26A9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CE7F1-8C71-B343-A49F-892F28494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B9267-4517-5CCC-A889-0B8D01639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3960-B45E-B3FF-B6ED-43380DDFE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31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F29A-B243-FE95-B983-86D3AE4B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D82E3-FF27-3442-1ACB-D41745637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B4749-98E6-AAF7-DA77-A0CFF1B32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40635-F351-9EBF-1F55-B503D91F5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18847"/>
            <a:ext cx="10363200" cy="55710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404755"/>
            <a:ext cx="9144000" cy="386344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3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89392"/>
            <a:ext cx="10515600" cy="665638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708751"/>
            <a:ext cx="10515600" cy="35004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3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1962"/>
            <a:ext cx="10515600" cy="30929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22714"/>
            <a:ext cx="5157787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845175"/>
            <a:ext cx="5157787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22714"/>
            <a:ext cx="5183188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845175"/>
            <a:ext cx="5183188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1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8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03995"/>
            <a:ext cx="6172200" cy="113717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3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03995"/>
            <a:ext cx="6172200" cy="1137179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3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9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51958"/>
            <a:ext cx="2628900" cy="135609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51958"/>
            <a:ext cx="7734300" cy="135609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6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51962"/>
            <a:ext cx="10515600" cy="309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59792"/>
            <a:ext cx="10515600" cy="1015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5CD7A-DB9E-E745-8EE8-D0AEE8EA9938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831487"/>
            <a:ext cx="41148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1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FDC0-4901-1410-877D-688E15A7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74C86AD-DFFE-BE63-BD40-5A374FC13549}"/>
              </a:ext>
            </a:extLst>
          </p:cNvPr>
          <p:cNvGrpSpPr/>
          <p:nvPr/>
        </p:nvGrpSpPr>
        <p:grpSpPr>
          <a:xfrm>
            <a:off x="-111249" y="896737"/>
            <a:ext cx="12752699" cy="5951303"/>
            <a:chOff x="-458714" y="884211"/>
            <a:chExt cx="12752699" cy="595130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15261C-3722-00BD-4C1D-79CCC611D94E}"/>
                </a:ext>
              </a:extLst>
            </p:cNvPr>
            <p:cNvSpPr/>
            <p:nvPr/>
          </p:nvSpPr>
          <p:spPr>
            <a:xfrm>
              <a:off x="-73832" y="884211"/>
              <a:ext cx="12249000" cy="5951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C71C3F1-85CE-F9E0-86CC-4FFA61AA318A}"/>
                </a:ext>
              </a:extLst>
            </p:cNvPr>
            <p:cNvCxnSpPr>
              <a:cxnSpLocks/>
            </p:cNvCxnSpPr>
            <p:nvPr/>
          </p:nvCxnSpPr>
          <p:spPr>
            <a:xfrm>
              <a:off x="2452893" y="1619913"/>
              <a:ext cx="73700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4FE608-2CE7-CAA2-993E-A7AB632793D5}"/>
                </a:ext>
              </a:extLst>
            </p:cNvPr>
            <p:cNvSpPr txBox="1"/>
            <p:nvPr/>
          </p:nvSpPr>
          <p:spPr>
            <a:xfrm>
              <a:off x="5657850" y="1257475"/>
              <a:ext cx="9909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44095B-2C48-E9D3-0D4D-B849F529450F}"/>
                </a:ext>
              </a:extLst>
            </p:cNvPr>
            <p:cNvSpPr txBox="1"/>
            <p:nvPr/>
          </p:nvSpPr>
          <p:spPr>
            <a:xfrm>
              <a:off x="3306745" y="884211"/>
              <a:ext cx="56747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BBH, BHNS, BNS from isolated binary evolution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7B5FBD-659C-FFA3-DDA6-22EA74639921}"/>
                </a:ext>
              </a:extLst>
            </p:cNvPr>
            <p:cNvCxnSpPr>
              <a:cxnSpLocks/>
            </p:cNvCxnSpPr>
            <p:nvPr/>
          </p:nvCxnSpPr>
          <p:spPr>
            <a:xfrm>
              <a:off x="633362" y="3388466"/>
              <a:ext cx="613055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D09424-C240-194D-BA9B-F9C464218918}"/>
                </a:ext>
              </a:extLst>
            </p:cNvPr>
            <p:cNvCxnSpPr>
              <a:cxnSpLocks/>
            </p:cNvCxnSpPr>
            <p:nvPr/>
          </p:nvCxnSpPr>
          <p:spPr>
            <a:xfrm>
              <a:off x="626529" y="5284079"/>
              <a:ext cx="11036808" cy="7494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090FD6-FD2D-3D21-C161-1E6245F8F766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24" y="2862574"/>
              <a:ext cx="0" cy="242899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EB53C9B-DD12-90DA-ED44-728277D8DDE8}"/>
                </a:ext>
              </a:extLst>
            </p:cNvPr>
            <p:cNvCxnSpPr>
              <a:cxnSpLocks/>
            </p:cNvCxnSpPr>
            <p:nvPr/>
          </p:nvCxnSpPr>
          <p:spPr>
            <a:xfrm>
              <a:off x="2476611" y="161991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8BF7D05-AF1E-2C62-0647-C3A10DE74029}"/>
                </a:ext>
              </a:extLst>
            </p:cNvPr>
            <p:cNvCxnSpPr>
              <a:cxnSpLocks/>
            </p:cNvCxnSpPr>
            <p:nvPr/>
          </p:nvCxnSpPr>
          <p:spPr>
            <a:xfrm>
              <a:off x="6144125" y="161991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5681D39-17AE-C2BD-AA11-FCD603F4A0EC}"/>
                </a:ext>
              </a:extLst>
            </p:cNvPr>
            <p:cNvCxnSpPr>
              <a:cxnSpLocks/>
            </p:cNvCxnSpPr>
            <p:nvPr/>
          </p:nvCxnSpPr>
          <p:spPr>
            <a:xfrm>
              <a:off x="9801725" y="161991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BC19155-20AC-93A3-574E-0B72F53DCF70}"/>
                </a:ext>
              </a:extLst>
            </p:cNvPr>
            <p:cNvCxnSpPr>
              <a:cxnSpLocks/>
            </p:cNvCxnSpPr>
            <p:nvPr/>
          </p:nvCxnSpPr>
          <p:spPr>
            <a:xfrm>
              <a:off x="660828" y="336598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262B1F5-ECD5-65A2-3B76-22AC09E86D13}"/>
                </a:ext>
              </a:extLst>
            </p:cNvPr>
            <p:cNvCxnSpPr>
              <a:cxnSpLocks/>
            </p:cNvCxnSpPr>
            <p:nvPr/>
          </p:nvCxnSpPr>
          <p:spPr>
            <a:xfrm>
              <a:off x="3091544" y="336598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C8B0270-80F0-6CCA-CF72-5668C8FB8BCC}"/>
                </a:ext>
              </a:extLst>
            </p:cNvPr>
            <p:cNvCxnSpPr>
              <a:cxnSpLocks/>
            </p:cNvCxnSpPr>
            <p:nvPr/>
          </p:nvCxnSpPr>
          <p:spPr>
            <a:xfrm>
              <a:off x="5551136" y="338097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1329373-EF5B-519D-1B5D-AA655CD0434F}"/>
                </a:ext>
              </a:extLst>
            </p:cNvPr>
            <p:cNvCxnSpPr>
              <a:cxnSpLocks/>
            </p:cNvCxnSpPr>
            <p:nvPr/>
          </p:nvCxnSpPr>
          <p:spPr>
            <a:xfrm>
              <a:off x="1861195" y="338097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E583257-87C8-3C67-4064-3FCBDF50E533}"/>
                </a:ext>
              </a:extLst>
            </p:cNvPr>
            <p:cNvCxnSpPr>
              <a:cxnSpLocks/>
            </p:cNvCxnSpPr>
            <p:nvPr/>
          </p:nvCxnSpPr>
          <p:spPr>
            <a:xfrm>
              <a:off x="4324489" y="338097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43D9860-2752-F2AD-92C4-4D41A76B46CB}"/>
                </a:ext>
              </a:extLst>
            </p:cNvPr>
            <p:cNvCxnSpPr>
              <a:cxnSpLocks/>
            </p:cNvCxnSpPr>
            <p:nvPr/>
          </p:nvCxnSpPr>
          <p:spPr>
            <a:xfrm>
              <a:off x="6757653" y="3365981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2DD3493-A1D0-0124-2372-4FCCBCB1C680}"/>
                </a:ext>
              </a:extLst>
            </p:cNvPr>
            <p:cNvCxnSpPr>
              <a:cxnSpLocks/>
            </p:cNvCxnSpPr>
            <p:nvPr/>
          </p:nvCxnSpPr>
          <p:spPr>
            <a:xfrm>
              <a:off x="651576" y="527658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5ECAE33-639E-4DCC-2044-CBEEB9A7BD0E}"/>
                </a:ext>
              </a:extLst>
            </p:cNvPr>
            <p:cNvCxnSpPr>
              <a:cxnSpLocks/>
            </p:cNvCxnSpPr>
            <p:nvPr/>
          </p:nvCxnSpPr>
          <p:spPr>
            <a:xfrm>
              <a:off x="7967505" y="527658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FD5499A-EDCC-263B-DC0E-06399259DBDE}"/>
                </a:ext>
              </a:extLst>
            </p:cNvPr>
            <p:cNvCxnSpPr>
              <a:cxnSpLocks/>
            </p:cNvCxnSpPr>
            <p:nvPr/>
          </p:nvCxnSpPr>
          <p:spPr>
            <a:xfrm>
              <a:off x="3082292" y="527658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5A7FD16-570F-E3AC-1883-9E568941D38E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84" y="529157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C907D80-AB90-9365-42D9-E90A8CF10272}"/>
                </a:ext>
              </a:extLst>
            </p:cNvPr>
            <p:cNvCxnSpPr>
              <a:cxnSpLocks/>
            </p:cNvCxnSpPr>
            <p:nvPr/>
          </p:nvCxnSpPr>
          <p:spPr>
            <a:xfrm>
              <a:off x="1851943" y="529157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5795237-6C69-EAB5-F2C3-CFDA5E60FE63}"/>
                </a:ext>
              </a:extLst>
            </p:cNvPr>
            <p:cNvCxnSpPr>
              <a:cxnSpLocks/>
            </p:cNvCxnSpPr>
            <p:nvPr/>
          </p:nvCxnSpPr>
          <p:spPr>
            <a:xfrm>
              <a:off x="4315237" y="529157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13221FE-722C-4A69-5D6A-54A30D919D90}"/>
                </a:ext>
              </a:extLst>
            </p:cNvPr>
            <p:cNvCxnSpPr>
              <a:cxnSpLocks/>
            </p:cNvCxnSpPr>
            <p:nvPr/>
          </p:nvCxnSpPr>
          <p:spPr>
            <a:xfrm>
              <a:off x="6748401" y="5276584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9942B06-85FE-E90A-ECC9-330A0967B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399990" y="527658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2DD77A1-2257-C8CD-A225-ABAC541EC5C3}"/>
                </a:ext>
              </a:extLst>
            </p:cNvPr>
            <p:cNvCxnSpPr>
              <a:cxnSpLocks/>
            </p:cNvCxnSpPr>
            <p:nvPr/>
          </p:nvCxnSpPr>
          <p:spPr>
            <a:xfrm>
              <a:off x="9169641" y="529157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085E74C-45BF-BB1C-5712-88360DC201B0}"/>
                </a:ext>
              </a:extLst>
            </p:cNvPr>
            <p:cNvCxnSpPr>
              <a:cxnSpLocks/>
            </p:cNvCxnSpPr>
            <p:nvPr/>
          </p:nvCxnSpPr>
          <p:spPr>
            <a:xfrm>
              <a:off x="11639198" y="5291573"/>
              <a:ext cx="0" cy="55778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7E5C0C11-BA0A-B7B5-4A05-DE643D069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837662" y="2187723"/>
              <a:ext cx="1309517" cy="372909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89EA333F-CC44-C8E3-0BD0-994898C3E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489365" y="2187722"/>
              <a:ext cx="1309517" cy="372908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A1F05C3-7139-25AA-F54F-1141EE8A6A49}"/>
                </a:ext>
              </a:extLst>
            </p:cNvPr>
            <p:cNvSpPr txBox="1"/>
            <p:nvPr/>
          </p:nvSpPr>
          <p:spPr>
            <a:xfrm>
              <a:off x="1092656" y="2527860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001F8C6-C837-123A-F424-7DA102CE6858}"/>
                </a:ext>
              </a:extLst>
            </p:cNvPr>
            <p:cNvSpPr txBox="1"/>
            <p:nvPr/>
          </p:nvSpPr>
          <p:spPr>
            <a:xfrm>
              <a:off x="8551734" y="2521889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7D305EF-9A6D-C276-F7EB-A657EB1179C2}"/>
                </a:ext>
              </a:extLst>
            </p:cNvPr>
            <p:cNvSpPr txBox="1"/>
            <p:nvPr/>
          </p:nvSpPr>
          <p:spPr>
            <a:xfrm>
              <a:off x="5774037" y="2525755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284BBB4-2D4F-9193-F7B8-D4208727BEE5}"/>
                </a:ext>
              </a:extLst>
            </p:cNvPr>
            <p:cNvSpPr txBox="1"/>
            <p:nvPr/>
          </p:nvSpPr>
          <p:spPr>
            <a:xfrm>
              <a:off x="5359097" y="2784661"/>
              <a:ext cx="15584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(CE not specified)</a:t>
              </a: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30B4ED70-8DE7-01D5-2961-F2D2D3184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145766" y="2189366"/>
              <a:ext cx="1309517" cy="372909"/>
            </a:xfrm>
            <a:prstGeom prst="rect">
              <a:avLst/>
            </a:prstGeom>
          </p:spPr>
        </p:pic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D588099-C5CB-2551-0177-D210E7338066}"/>
                </a:ext>
              </a:extLst>
            </p:cNvPr>
            <p:cNvCxnSpPr>
              <a:cxnSpLocks/>
            </p:cNvCxnSpPr>
            <p:nvPr/>
          </p:nvCxnSpPr>
          <p:spPr>
            <a:xfrm>
              <a:off x="2484023" y="2891317"/>
              <a:ext cx="0" cy="51742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3B16D54-0E9D-83C7-EE17-6FC740D596BE}"/>
                </a:ext>
              </a:extLst>
            </p:cNvPr>
            <p:cNvSpPr txBox="1"/>
            <p:nvPr/>
          </p:nvSpPr>
          <p:spPr>
            <a:xfrm>
              <a:off x="1025770" y="4374175"/>
              <a:ext cx="1682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SMT + NON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8D364E2-D292-8911-E10A-8C775D401D76}"/>
                </a:ext>
              </a:extLst>
            </p:cNvPr>
            <p:cNvSpPr txBox="1"/>
            <p:nvPr/>
          </p:nvSpPr>
          <p:spPr>
            <a:xfrm>
              <a:off x="2255347" y="4374175"/>
              <a:ext cx="1682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 + SMT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A9F59B1-2BEE-B757-1380-01A6A9129BF0}"/>
                </a:ext>
              </a:extLst>
            </p:cNvPr>
            <p:cNvSpPr txBox="1"/>
            <p:nvPr/>
          </p:nvSpPr>
          <p:spPr>
            <a:xfrm>
              <a:off x="3494104" y="4377921"/>
              <a:ext cx="1682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 + NON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486DE8B-2E0C-8C23-8443-3D926FD62871}"/>
                </a:ext>
              </a:extLst>
            </p:cNvPr>
            <p:cNvSpPr txBox="1"/>
            <p:nvPr/>
          </p:nvSpPr>
          <p:spPr>
            <a:xfrm>
              <a:off x="4706626" y="4376377"/>
              <a:ext cx="1682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CHE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F2D6A4-0E92-9FF7-AD04-E837BB462A93}"/>
                </a:ext>
              </a:extLst>
            </p:cNvPr>
            <p:cNvSpPr txBox="1"/>
            <p:nvPr/>
          </p:nvSpPr>
          <p:spPr>
            <a:xfrm>
              <a:off x="9086" y="4374930"/>
              <a:ext cx="1274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classic SMT</a:t>
              </a:r>
              <a:br>
                <a:rPr lang="en-US" sz="1400" dirty="0"/>
              </a:br>
              <a:r>
                <a:rPr lang="en-US" sz="1400" dirty="0"/>
                <a:t>(SMT + SMT)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351E38B-4A52-4F0A-500F-96E21C11E039}"/>
                </a:ext>
              </a:extLst>
            </p:cNvPr>
            <p:cNvSpPr txBox="1"/>
            <p:nvPr/>
          </p:nvSpPr>
          <p:spPr>
            <a:xfrm>
              <a:off x="5616385" y="4336566"/>
              <a:ext cx="22380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other </a:t>
              </a:r>
              <a:br>
                <a:rPr lang="en-US" sz="1400" dirty="0"/>
              </a:br>
              <a:r>
                <a:rPr lang="en-US" sz="1400" dirty="0"/>
                <a:t>without CE 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DDFE999-0535-F4DF-0A9E-D1BAAA316D22}"/>
                </a:ext>
              </a:extLst>
            </p:cNvPr>
            <p:cNvSpPr txBox="1"/>
            <p:nvPr/>
          </p:nvSpPr>
          <p:spPr>
            <a:xfrm>
              <a:off x="5118508" y="4922911"/>
              <a:ext cx="19302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2 with CE</a:t>
              </a:r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337DB660-9DBE-3CCC-32F0-3C71E4268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69" y="4012454"/>
              <a:ext cx="1309517" cy="372908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37E77D05-3EB8-9D0C-76B3-1DBADBFCD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206436" y="4016150"/>
              <a:ext cx="1309517" cy="372908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C6187F22-4C37-148E-BD28-68311EA09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436785" y="4004601"/>
              <a:ext cx="1309517" cy="372908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5C143F38-FF7D-EAAD-0D6F-D67C41C2B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3675986" y="4006263"/>
              <a:ext cx="1309517" cy="372908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2F2A74D0-8542-EA0A-1814-1209520DB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4893082" y="4011800"/>
              <a:ext cx="1309517" cy="372908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E9563379-7EAB-5D38-327D-A257D0FCB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102894" y="4002030"/>
              <a:ext cx="1309517" cy="372908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8A7F4BE-A390-56A0-6339-770AE53A54B7}"/>
                </a:ext>
              </a:extLst>
            </p:cNvPr>
            <p:cNvSpPr txBox="1"/>
            <p:nvPr/>
          </p:nvSpPr>
          <p:spPr>
            <a:xfrm>
              <a:off x="2515953" y="3019863"/>
              <a:ext cx="2318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2 without CE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5022985-5844-E212-1B0F-8EB333B928F9}"/>
                </a:ext>
              </a:extLst>
            </p:cNvPr>
            <p:cNvSpPr txBox="1"/>
            <p:nvPr/>
          </p:nvSpPr>
          <p:spPr>
            <a:xfrm>
              <a:off x="3835583" y="6244417"/>
              <a:ext cx="934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CE + SMT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B091728-10ED-D9E1-A8A2-F85A2D0B8067}"/>
                </a:ext>
              </a:extLst>
            </p:cNvPr>
            <p:cNvSpPr txBox="1"/>
            <p:nvPr/>
          </p:nvSpPr>
          <p:spPr>
            <a:xfrm>
              <a:off x="4693851" y="6246448"/>
              <a:ext cx="1682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CE + CE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351AD42-D009-24E8-3F89-C8D66148E85E}"/>
                </a:ext>
              </a:extLst>
            </p:cNvPr>
            <p:cNvSpPr txBox="1"/>
            <p:nvPr/>
          </p:nvSpPr>
          <p:spPr>
            <a:xfrm>
              <a:off x="-458714" y="6243671"/>
              <a:ext cx="22380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classic CE</a:t>
              </a:r>
            </a:p>
            <a:p>
              <a:pPr algn="ctr"/>
              <a:r>
                <a:rPr lang="en-US" sz="1400" dirty="0"/>
                <a:t>(SMT + CE)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7C70AE7-55BD-633C-D6AD-DFFA068A1465}"/>
                </a:ext>
              </a:extLst>
            </p:cNvPr>
            <p:cNvSpPr txBox="1"/>
            <p:nvPr/>
          </p:nvSpPr>
          <p:spPr>
            <a:xfrm>
              <a:off x="6172981" y="6243671"/>
              <a:ext cx="11190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 + CE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1293BA6-B91F-0FCA-B473-7F9977F5B9D4}"/>
                </a:ext>
              </a:extLst>
            </p:cNvPr>
            <p:cNvSpPr txBox="1"/>
            <p:nvPr/>
          </p:nvSpPr>
          <p:spPr>
            <a:xfrm>
              <a:off x="7363709" y="6240114"/>
              <a:ext cx="1222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CE + NON</a:t>
              </a:r>
            </a:p>
          </p:txBody>
        </p:sp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DCCDFED8-5D7A-F05B-050C-653289481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-5302" y="5908067"/>
              <a:ext cx="1309514" cy="372908"/>
            </a:xfrm>
            <a:prstGeom prst="rect">
              <a:avLst/>
            </a:prstGeom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39590BFF-8340-F1C2-E78C-922DF044F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1205529" y="5908067"/>
              <a:ext cx="1309514" cy="372908"/>
            </a:xfrm>
            <a:prstGeom prst="rect">
              <a:avLst/>
            </a:prstGeom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2DBA1FE1-5CF6-5660-26AE-3A1E7ECBD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2427533" y="5906850"/>
              <a:ext cx="1309517" cy="372908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07EE672C-DD32-8BF2-6107-CFF866AED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3663298" y="5914302"/>
              <a:ext cx="1309517" cy="372908"/>
            </a:xfrm>
            <a:prstGeom prst="rect">
              <a:avLst/>
            </a:prstGeom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FED5006E-BB9C-F5F1-6919-B0827DAE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4890463" y="5914147"/>
              <a:ext cx="1309517" cy="372908"/>
            </a:xfrm>
            <a:prstGeom prst="rect">
              <a:avLst/>
            </a:prstGeom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3AFDDDEF-1AA9-7698-E4D4-A006185AD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6094998" y="5906454"/>
              <a:ext cx="1309517" cy="372908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8B28AC4F-F1EE-8674-58A2-03FE449C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7317003" y="5906454"/>
              <a:ext cx="1309517" cy="372908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25A16418-F825-554B-EE2C-4C3B33F58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8520453" y="5906568"/>
              <a:ext cx="1309517" cy="372908"/>
            </a:xfrm>
            <a:prstGeom prst="rect">
              <a:avLst/>
            </a:prstGeom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C46DEAD3-EED8-BCC2-48F6-6233BEA3C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9739871" y="5904117"/>
              <a:ext cx="1309517" cy="372908"/>
            </a:xfrm>
            <a:prstGeom prst="rect">
              <a:avLst/>
            </a:prstGeom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094E55B4-EACF-E13F-A990-49B588481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10984468" y="5915692"/>
              <a:ext cx="1309517" cy="372908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1629C6C-30E4-1D59-2774-4A2D72125DAD}"/>
                </a:ext>
              </a:extLst>
            </p:cNvPr>
            <p:cNvSpPr txBox="1"/>
            <p:nvPr/>
          </p:nvSpPr>
          <p:spPr>
            <a:xfrm>
              <a:off x="1311595" y="6234751"/>
              <a:ext cx="10918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single-core </a:t>
              </a:r>
              <a:br>
                <a:rPr lang="en-US" sz="1400" dirty="0"/>
              </a:br>
              <a:r>
                <a:rPr lang="en-US" sz="1400" dirty="0"/>
                <a:t>CE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927262A-C46B-81E5-F912-146349426133}"/>
                </a:ext>
              </a:extLst>
            </p:cNvPr>
            <p:cNvSpPr txBox="1"/>
            <p:nvPr/>
          </p:nvSpPr>
          <p:spPr>
            <a:xfrm>
              <a:off x="2365769" y="6234751"/>
              <a:ext cx="14136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double-core</a:t>
              </a:r>
            </a:p>
            <a:p>
              <a:pPr algn="ctr"/>
              <a:r>
                <a:rPr lang="en-US" sz="1400" dirty="0"/>
                <a:t> CE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27488FC-E387-29C0-90F8-43991930CDF1}"/>
                </a:ext>
              </a:extLst>
            </p:cNvPr>
            <p:cNvSpPr txBox="1"/>
            <p:nvPr/>
          </p:nvSpPr>
          <p:spPr>
            <a:xfrm>
              <a:off x="8694731" y="6238143"/>
              <a:ext cx="9074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radiative</a:t>
              </a:r>
              <a:br>
                <a:rPr lang="en-US" sz="1400" dirty="0"/>
              </a:br>
              <a:r>
                <a:rPr lang="en-US" sz="1400" dirty="0"/>
                <a:t>CE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EF452824-3BC9-99BD-B3DB-9A65675D65B1}"/>
                </a:ext>
              </a:extLst>
            </p:cNvPr>
            <p:cNvSpPr txBox="1"/>
            <p:nvPr/>
          </p:nvSpPr>
          <p:spPr>
            <a:xfrm>
              <a:off x="11245409" y="6236224"/>
              <a:ext cx="7697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other</a:t>
              </a:r>
            </a:p>
            <a:p>
              <a:pPr algn="ctr"/>
              <a:r>
                <a:rPr lang="en-US" sz="1400" dirty="0"/>
                <a:t>with CE 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9A6DB5B-1EB3-BD16-3E59-A5DC335BF184}"/>
                </a:ext>
              </a:extLst>
            </p:cNvPr>
            <p:cNvSpPr txBox="1"/>
            <p:nvPr/>
          </p:nvSpPr>
          <p:spPr>
            <a:xfrm>
              <a:off x="9836585" y="6235927"/>
              <a:ext cx="1116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convective</a:t>
              </a:r>
              <a:br>
                <a:rPr lang="en-US" sz="1400" dirty="0"/>
              </a:br>
              <a:r>
                <a:rPr lang="en-US" sz="1400" dirty="0"/>
                <a:t>CE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BD031ED-85BD-D0F1-F911-22A629FC1C07}"/>
              </a:ext>
            </a:extLst>
          </p:cNvPr>
          <p:cNvSpPr txBox="1"/>
          <p:nvPr/>
        </p:nvSpPr>
        <p:spPr>
          <a:xfrm>
            <a:off x="4237585" y="7309586"/>
            <a:ext cx="3264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Latest version</a:t>
            </a:r>
          </a:p>
        </p:txBody>
      </p:sp>
    </p:spTree>
    <p:extLst>
      <p:ext uri="{BB962C8B-B14F-4D97-AF65-F5344CB8AC3E}">
        <p14:creationId xmlns:p14="http://schemas.microsoft.com/office/powerpoint/2010/main" val="160114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E3AB-4EE0-F0E8-08ED-BB21A9BE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776588-A30A-C6CC-ACD3-2A0C4594BF9C}"/>
              </a:ext>
            </a:extLst>
          </p:cNvPr>
          <p:cNvGrpSpPr/>
          <p:nvPr/>
        </p:nvGrpSpPr>
        <p:grpSpPr>
          <a:xfrm>
            <a:off x="-1248451" y="637806"/>
            <a:ext cx="15267635" cy="7591794"/>
            <a:chOff x="-1544603" y="614657"/>
            <a:chExt cx="15267635" cy="7591794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2B73FD9-B72B-358A-E865-1566DFD0BD12}"/>
                </a:ext>
              </a:extLst>
            </p:cNvPr>
            <p:cNvSpPr/>
            <p:nvPr/>
          </p:nvSpPr>
          <p:spPr>
            <a:xfrm>
              <a:off x="-1544603" y="614657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0A5E274-9341-5C6D-CB89-274B849CC119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39" y="85053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1AABB0A-6107-2B42-FC42-BBBE3609F56F}"/>
                </a:ext>
              </a:extLst>
            </p:cNvPr>
            <p:cNvCxnSpPr>
              <a:cxnSpLocks/>
            </p:cNvCxnSpPr>
            <p:nvPr/>
          </p:nvCxnSpPr>
          <p:spPr>
            <a:xfrm>
              <a:off x="2253934" y="843982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BE7021D-1C27-AB6A-6CB6-2F1FB1725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599172" y="1669832"/>
              <a:ext cx="1309525" cy="37290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4B63D9E-9F8B-D098-D965-BA8C1607B375}"/>
                </a:ext>
              </a:extLst>
            </p:cNvPr>
            <p:cNvSpPr txBox="1"/>
            <p:nvPr/>
          </p:nvSpPr>
          <p:spPr>
            <a:xfrm>
              <a:off x="-424550" y="1090857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8899D48-B30C-78F9-B63D-0126FA6BA195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5" y="877174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6E7C5A-CBC2-B00F-B478-9BE2AEE0887D}"/>
                </a:ext>
              </a:extLst>
            </p:cNvPr>
            <p:cNvCxnSpPr>
              <a:cxnSpLocks/>
            </p:cNvCxnSpPr>
            <p:nvPr/>
          </p:nvCxnSpPr>
          <p:spPr>
            <a:xfrm>
              <a:off x="5477240" y="858558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DFFE70-442A-C376-2877-9034A2BF0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08070" y="1669832"/>
              <a:ext cx="1309517" cy="3729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E45D1D-0CF2-A4A4-C4BB-94966CCA4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42947" y="1669832"/>
              <a:ext cx="1309517" cy="37290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C9556C-B0A8-7266-FF15-FF5D6C327AEE}"/>
                </a:ext>
              </a:extLst>
            </p:cNvPr>
            <p:cNvSpPr txBox="1"/>
            <p:nvPr/>
          </p:nvSpPr>
          <p:spPr>
            <a:xfrm>
              <a:off x="868588" y="2017103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73152F-1AF6-5826-4A7D-C56D00DFF173}"/>
                </a:ext>
              </a:extLst>
            </p:cNvPr>
            <p:cNvSpPr txBox="1"/>
            <p:nvPr/>
          </p:nvSpPr>
          <p:spPr>
            <a:xfrm>
              <a:off x="7144893" y="2011851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1772FA-47D9-C6FB-CCAE-8CED92254C99}"/>
                </a:ext>
              </a:extLst>
            </p:cNvPr>
            <p:cNvSpPr txBox="1"/>
            <p:nvPr/>
          </p:nvSpPr>
          <p:spPr>
            <a:xfrm>
              <a:off x="5114835" y="201479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955EB6-8EB0-9047-1FDC-5ECD5FA73543}"/>
                </a:ext>
              </a:extLst>
            </p:cNvPr>
            <p:cNvSpPr txBox="1"/>
            <p:nvPr/>
          </p:nvSpPr>
          <p:spPr>
            <a:xfrm>
              <a:off x="4861096" y="2261182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76CB39F-A727-CD3A-55B9-337D0A53AF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0356" y="2536143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609C2A-A361-7C92-5997-052848F7EBB3}"/>
                </a:ext>
              </a:extLst>
            </p:cNvPr>
            <p:cNvSpPr txBox="1"/>
            <p:nvPr/>
          </p:nvSpPr>
          <p:spPr>
            <a:xfrm>
              <a:off x="552504" y="4870371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FB73073-280F-3623-83A0-EE2223120DD8}"/>
                </a:ext>
              </a:extLst>
            </p:cNvPr>
            <p:cNvSpPr txBox="1"/>
            <p:nvPr/>
          </p:nvSpPr>
          <p:spPr>
            <a:xfrm>
              <a:off x="2072589" y="487196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529EAF-5AA1-E8DA-09FA-51A5269A224B}"/>
                </a:ext>
              </a:extLst>
            </p:cNvPr>
            <p:cNvSpPr txBox="1"/>
            <p:nvPr/>
          </p:nvSpPr>
          <p:spPr>
            <a:xfrm>
              <a:off x="3676618" y="490609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EAD46E3-6328-E699-AA6E-9F157747B066}"/>
                </a:ext>
              </a:extLst>
            </p:cNvPr>
            <p:cNvSpPr txBox="1"/>
            <p:nvPr/>
          </p:nvSpPr>
          <p:spPr>
            <a:xfrm>
              <a:off x="5280566" y="488975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9762FA7-16A7-DCAD-4000-E409D7102D54}"/>
                </a:ext>
              </a:extLst>
            </p:cNvPr>
            <p:cNvSpPr txBox="1"/>
            <p:nvPr/>
          </p:nvSpPr>
          <p:spPr>
            <a:xfrm>
              <a:off x="-1376486" y="4865079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DDE2302-A661-F978-D4C8-714362CA61B7}"/>
                </a:ext>
              </a:extLst>
            </p:cNvPr>
            <p:cNvSpPr txBox="1"/>
            <p:nvPr/>
          </p:nvSpPr>
          <p:spPr>
            <a:xfrm>
              <a:off x="6666755" y="4865603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C464276-A1E1-C3D6-B3D4-FBFFEFD0BB17}"/>
                </a:ext>
              </a:extLst>
            </p:cNvPr>
            <p:cNvCxnSpPr>
              <a:cxnSpLocks/>
            </p:cNvCxnSpPr>
            <p:nvPr/>
          </p:nvCxnSpPr>
          <p:spPr>
            <a:xfrm>
              <a:off x="-147890" y="363787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A38233F-37FE-4C4B-3CE2-C62B9F2BA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58036" y="5904181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064B02D-12E5-65CE-BEC7-F0EAEF91B234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3" y="2455137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DA56F426-8B5C-0D45-B778-3BD094EB3CF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893345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C8CC9915-21C4-E744-3AF0-D8449CAFE59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24369" y="364960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D7D89F2-B596-E52C-D95D-EF47D542B13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17119" y="36419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D1BE9FC3-7C34-2E46-4505-BB012454D7C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65335" y="363708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412E91B1-E1AD-6706-97A0-7AF0F65562E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74452" y="364068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716A0A0A-0A22-0CD2-5977-C4AC6F5E17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29289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A6B3FF3-9B88-4858-ECE5-BC19E843424C}"/>
                </a:ext>
              </a:extLst>
            </p:cNvPr>
            <p:cNvSpPr txBox="1"/>
            <p:nvPr/>
          </p:nvSpPr>
          <p:spPr>
            <a:xfrm>
              <a:off x="3563818" y="738544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E27CED1-1AC5-D34D-EF08-DFD20A695964}"/>
                </a:ext>
              </a:extLst>
            </p:cNvPr>
            <p:cNvSpPr txBox="1"/>
            <p:nvPr/>
          </p:nvSpPr>
          <p:spPr>
            <a:xfrm>
              <a:off x="5044994" y="735405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3666F4C-811A-5EC3-5DF9-B73F6D854FCA}"/>
                </a:ext>
              </a:extLst>
            </p:cNvPr>
            <p:cNvSpPr txBox="1"/>
            <p:nvPr/>
          </p:nvSpPr>
          <p:spPr>
            <a:xfrm>
              <a:off x="-1486778" y="732939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88576C-8D2E-5969-E622-3D6DFA43CF70}"/>
                </a:ext>
              </a:extLst>
            </p:cNvPr>
            <p:cNvSpPr txBox="1"/>
            <p:nvPr/>
          </p:nvSpPr>
          <p:spPr>
            <a:xfrm>
              <a:off x="6076017" y="7329921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0DB10EE-8E28-1B33-3C29-26921B965B11}"/>
                </a:ext>
              </a:extLst>
            </p:cNvPr>
            <p:cNvCxnSpPr>
              <a:cxnSpLocks/>
            </p:cNvCxnSpPr>
            <p:nvPr/>
          </p:nvCxnSpPr>
          <p:spPr>
            <a:xfrm>
              <a:off x="-134196" y="5900720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Elbow Connector 99">
              <a:extLst>
                <a:ext uri="{FF2B5EF4-FFF2-40B4-BE49-F238E27FC236}">
                  <a16:creationId xmlns:a16="http://schemas.microsoft.com/office/drawing/2014/main" id="{B4745916-E039-9980-BCC2-90712A83415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02607" y="59030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Elbow Connector 100">
              <a:extLst>
                <a:ext uri="{FF2B5EF4-FFF2-40B4-BE49-F238E27FC236}">
                  <a16:creationId xmlns:a16="http://schemas.microsoft.com/office/drawing/2014/main" id="{C34A5C02-34C4-63B6-1CAE-8DA73B26956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35108" y="591244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1342E956-4033-58F6-E4A8-4E978B2BA4D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29336" y="590475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Elbow Connector 102">
              <a:extLst>
                <a:ext uri="{FF2B5EF4-FFF2-40B4-BE49-F238E27FC236}">
                  <a16:creationId xmlns:a16="http://schemas.microsoft.com/office/drawing/2014/main" id="{B0A3CFCC-9763-4505-DC17-BCBBADCEE50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9029" y="589992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516EE538-E579-3FE1-61F1-73E9520E2C2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758" y="590352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07ACA732-0273-6628-FE73-3999C0BFAF4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595" y="59185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2BA681A6-FA14-DAA5-2C8A-4CDB68782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84048" y="4290398"/>
              <a:ext cx="1309517" cy="372909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BD24A19A-F862-36E5-4C63-D02C4BD07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0775" y="4290398"/>
              <a:ext cx="1309517" cy="372909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A2F3A94E-D759-4B04-07BE-251629D1B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31514" y="4287901"/>
              <a:ext cx="1309517" cy="372909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8EB50327-4D1F-70A8-6E47-1FD14177B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63125" y="4287901"/>
              <a:ext cx="1309517" cy="372909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08009EA3-6213-63E1-D69B-9BDD226AA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16286" y="4269382"/>
              <a:ext cx="1309517" cy="372909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7E144C4-772E-C663-1AB4-C4BD0597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47897" y="4269382"/>
              <a:ext cx="1309517" cy="372909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1F9F452-1E5B-DAD9-AFC2-C9F8E37B3661}"/>
                </a:ext>
              </a:extLst>
            </p:cNvPr>
            <p:cNvSpPr txBox="1"/>
            <p:nvPr/>
          </p:nvSpPr>
          <p:spPr>
            <a:xfrm>
              <a:off x="7336911" y="731716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B794F139-CB0D-8FC1-E678-F917E0F45FE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06198" y="58995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1897E38D-48CA-D35E-182E-B429E91D55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27640" y="589711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69150F5E-B6F8-708C-0C87-4753F95B360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59590" y="589711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CB570047-0C63-2B57-93C3-47C53C1C3E5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68753" y="591177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04D56258-08B5-2F7F-EA9F-E1281D9FB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32727" y="6830641"/>
              <a:ext cx="1309517" cy="37290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A9C7CB64-5B11-6250-389E-1F5837C18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42096" y="6830641"/>
              <a:ext cx="1309517" cy="37290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C387C37C-DD7E-215B-4844-D728ED0ED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82835" y="6828144"/>
              <a:ext cx="1309517" cy="372908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CBE5F57B-EDC4-2358-6DB0-B577BEBCC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35477" y="6828144"/>
              <a:ext cx="1309517" cy="372908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683CAF8A-7A95-C82D-D61F-42FC54753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33656" y="6809625"/>
              <a:ext cx="1309517" cy="372908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961B7E90-A4F7-96C9-70D5-D6F03980B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79288" y="6809625"/>
              <a:ext cx="1309517" cy="372908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5D760AFA-4D87-0F31-59F7-5936E37A9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01764" y="6805436"/>
              <a:ext cx="1309517" cy="372908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94BB6D0-66EC-E60A-29E3-45B453D6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45919" y="6805436"/>
              <a:ext cx="1309517" cy="372908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5284240-8E8D-C2A9-61A0-35C5E688F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44098" y="6786917"/>
              <a:ext cx="1309517" cy="372908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BA458370-EA2B-9E46-08E9-CBF4A9E25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889730" y="6786917"/>
              <a:ext cx="1309517" cy="372908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6679106-3202-5757-84BC-354B40CECE47}"/>
                </a:ext>
              </a:extLst>
            </p:cNvPr>
            <p:cNvSpPr txBox="1"/>
            <p:nvPr/>
          </p:nvSpPr>
          <p:spPr>
            <a:xfrm>
              <a:off x="207453" y="2998004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D626B39-694C-ED9A-C71F-920CFBB4914A}"/>
                </a:ext>
              </a:extLst>
            </p:cNvPr>
            <p:cNvSpPr txBox="1"/>
            <p:nvPr/>
          </p:nvSpPr>
          <p:spPr>
            <a:xfrm>
              <a:off x="8686210" y="5331002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F474227-B555-FAF4-2ED2-447E0584C1D7}"/>
                </a:ext>
              </a:extLst>
            </p:cNvPr>
            <p:cNvSpPr/>
            <p:nvPr/>
          </p:nvSpPr>
          <p:spPr>
            <a:xfrm>
              <a:off x="-1531033" y="615255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C3B44C6-0F98-4533-2A66-1173D347CD14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851130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C8EC64E-208A-2E78-1E76-2BFB77E98FAE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844580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6A05064A-DA93-ACB2-3727-A2BC133ED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670430"/>
              <a:ext cx="1309525" cy="372909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093254E0-28A1-5F8D-1A98-AFFC3BE4CB96}"/>
                </a:ext>
              </a:extLst>
            </p:cNvPr>
            <p:cNvSpPr txBox="1"/>
            <p:nvPr/>
          </p:nvSpPr>
          <p:spPr>
            <a:xfrm>
              <a:off x="-410980" y="1091455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7CC9E460-E93B-1319-D503-F9849C22EAEF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87777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AB9E4366-EFB5-FE73-63E0-531ED6CF1ECB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859156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FD78553F-4E70-E0B3-DE1F-16B1FF306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670430"/>
              <a:ext cx="1309517" cy="372909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616CADEA-8AC0-EA0F-55A5-A57A73374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670430"/>
              <a:ext cx="1309517" cy="372909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4595039-C4E5-2BF9-45C8-41CEB1446C9D}"/>
                </a:ext>
              </a:extLst>
            </p:cNvPr>
            <p:cNvSpPr txBox="1"/>
            <p:nvPr/>
          </p:nvSpPr>
          <p:spPr>
            <a:xfrm>
              <a:off x="882158" y="2017701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7DADBEF-D008-B92E-10A0-52C8E9782DA0}"/>
                </a:ext>
              </a:extLst>
            </p:cNvPr>
            <p:cNvSpPr txBox="1"/>
            <p:nvPr/>
          </p:nvSpPr>
          <p:spPr>
            <a:xfrm>
              <a:off x="7158463" y="2012449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980B23E-B49D-10FD-825E-7458AAC1F407}"/>
                </a:ext>
              </a:extLst>
            </p:cNvPr>
            <p:cNvSpPr txBox="1"/>
            <p:nvPr/>
          </p:nvSpPr>
          <p:spPr>
            <a:xfrm>
              <a:off x="5128405" y="201539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A752052-C6C7-B4DF-1A81-86B9E6F38BE8}"/>
                </a:ext>
              </a:extLst>
            </p:cNvPr>
            <p:cNvSpPr txBox="1"/>
            <p:nvPr/>
          </p:nvSpPr>
          <p:spPr>
            <a:xfrm>
              <a:off x="4874666" y="2261780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CF073AF-0C67-5B83-0EC6-ACE2209707C6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536741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8524195-3864-EF69-A22C-EFB270AECD52}"/>
                </a:ext>
              </a:extLst>
            </p:cNvPr>
            <p:cNvSpPr txBox="1"/>
            <p:nvPr/>
          </p:nvSpPr>
          <p:spPr>
            <a:xfrm>
              <a:off x="566074" y="487096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E9D5577-7123-AC92-4076-AD7867E86152}"/>
                </a:ext>
              </a:extLst>
            </p:cNvPr>
            <p:cNvSpPr txBox="1"/>
            <p:nvPr/>
          </p:nvSpPr>
          <p:spPr>
            <a:xfrm>
              <a:off x="2086159" y="487256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1C32737-ADBA-9D71-7D0E-28BFAF2BAD50}"/>
                </a:ext>
              </a:extLst>
            </p:cNvPr>
            <p:cNvSpPr txBox="1"/>
            <p:nvPr/>
          </p:nvSpPr>
          <p:spPr>
            <a:xfrm>
              <a:off x="3690188" y="490669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292612C-4B55-052E-4743-011EB8784EDF}"/>
                </a:ext>
              </a:extLst>
            </p:cNvPr>
            <p:cNvSpPr txBox="1"/>
            <p:nvPr/>
          </p:nvSpPr>
          <p:spPr>
            <a:xfrm>
              <a:off x="5294136" y="489035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97950ED-718B-9729-BAB3-EED6F9906BA9}"/>
                </a:ext>
              </a:extLst>
            </p:cNvPr>
            <p:cNvSpPr txBox="1"/>
            <p:nvPr/>
          </p:nvSpPr>
          <p:spPr>
            <a:xfrm>
              <a:off x="-1362916" y="486567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CAD47E0-F5F9-C885-5ED7-863EDB9CA229}"/>
                </a:ext>
              </a:extLst>
            </p:cNvPr>
            <p:cNvSpPr txBox="1"/>
            <p:nvPr/>
          </p:nvSpPr>
          <p:spPr>
            <a:xfrm>
              <a:off x="6680325" y="4866201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767CFD1B-41B2-D266-36B6-87AF86D63BAB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638476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3643F7C-8095-E43D-D89B-E92D7D9FDF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04779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89549DDE-D444-9202-CB04-1B2A2C70E7BE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455735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Elbow Connector 155">
              <a:extLst>
                <a:ext uri="{FF2B5EF4-FFF2-40B4-BE49-F238E27FC236}">
                  <a16:creationId xmlns:a16="http://schemas.microsoft.com/office/drawing/2014/main" id="{C9E371B8-18A6-6760-454F-A5B632F12C0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Elbow Connector 156">
              <a:extLst>
                <a:ext uri="{FF2B5EF4-FFF2-40B4-BE49-F238E27FC236}">
                  <a16:creationId xmlns:a16="http://schemas.microsoft.com/office/drawing/2014/main" id="{4746CAC0-E034-046B-3CF0-90B16FAAD59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65020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Elbow Connector 157">
              <a:extLst>
                <a:ext uri="{FF2B5EF4-FFF2-40B4-BE49-F238E27FC236}">
                  <a16:creationId xmlns:a16="http://schemas.microsoft.com/office/drawing/2014/main" id="{DD4A7768-202D-7730-C3A5-735985C4EBC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64250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Elbow Connector 158">
              <a:extLst>
                <a:ext uri="{FF2B5EF4-FFF2-40B4-BE49-F238E27FC236}">
                  <a16:creationId xmlns:a16="http://schemas.microsoft.com/office/drawing/2014/main" id="{104D7E8C-E6DB-7226-8644-4DD9801A44E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6376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Elbow Connector 159">
              <a:extLst>
                <a:ext uri="{FF2B5EF4-FFF2-40B4-BE49-F238E27FC236}">
                  <a16:creationId xmlns:a16="http://schemas.microsoft.com/office/drawing/2014/main" id="{70941A85-7A2C-0327-33C4-7E4B8B3E02A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64127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Elbow Connector 160">
              <a:extLst>
                <a:ext uri="{FF2B5EF4-FFF2-40B4-BE49-F238E27FC236}">
                  <a16:creationId xmlns:a16="http://schemas.microsoft.com/office/drawing/2014/main" id="{9518A900-7F19-7942-DE30-20879646A6F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6EEA3E9-7B22-7603-B893-7579C0B53F0C}"/>
                </a:ext>
              </a:extLst>
            </p:cNvPr>
            <p:cNvSpPr txBox="1"/>
            <p:nvPr/>
          </p:nvSpPr>
          <p:spPr>
            <a:xfrm>
              <a:off x="3577388" y="738604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3A7C069-B493-1137-D1A5-DD2743710127}"/>
                </a:ext>
              </a:extLst>
            </p:cNvPr>
            <p:cNvSpPr txBox="1"/>
            <p:nvPr/>
          </p:nvSpPr>
          <p:spPr>
            <a:xfrm>
              <a:off x="5058564" y="735465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2DB4FA4-BED4-18D1-23B9-14966DFCB267}"/>
                </a:ext>
              </a:extLst>
            </p:cNvPr>
            <p:cNvSpPr txBox="1"/>
            <p:nvPr/>
          </p:nvSpPr>
          <p:spPr>
            <a:xfrm>
              <a:off x="-1473208" y="732999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CD71EDF-4508-386D-429C-7E237A54D9FC}"/>
                </a:ext>
              </a:extLst>
            </p:cNvPr>
            <p:cNvSpPr txBox="1"/>
            <p:nvPr/>
          </p:nvSpPr>
          <p:spPr>
            <a:xfrm>
              <a:off x="6089587" y="7330519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D81AECC6-1C0F-A824-266E-CF9BFB86927E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0131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Elbow Connector 168">
              <a:extLst>
                <a:ext uri="{FF2B5EF4-FFF2-40B4-BE49-F238E27FC236}">
                  <a16:creationId xmlns:a16="http://schemas.microsoft.com/office/drawing/2014/main" id="{CDF8C553-E392-B025-62D1-E8234DD74A2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036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Elbow Connector 169">
              <a:extLst>
                <a:ext uri="{FF2B5EF4-FFF2-40B4-BE49-F238E27FC236}">
                  <a16:creationId xmlns:a16="http://schemas.microsoft.com/office/drawing/2014/main" id="{07A70BF4-5015-0262-81F4-4B3ED7791E3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591304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Elbow Connector 170">
              <a:extLst>
                <a:ext uri="{FF2B5EF4-FFF2-40B4-BE49-F238E27FC236}">
                  <a16:creationId xmlns:a16="http://schemas.microsoft.com/office/drawing/2014/main" id="{52C112A7-CA76-7FA3-150F-F825375CF3B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0535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Elbow Connector 171">
              <a:extLst>
                <a:ext uri="{FF2B5EF4-FFF2-40B4-BE49-F238E27FC236}">
                  <a16:creationId xmlns:a16="http://schemas.microsoft.com/office/drawing/2014/main" id="{11ED0B15-5C64-0643-7D06-AD859E73687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0052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876AE11-AD9B-F118-2F56-85C0FC44D50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0412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Elbow Connector 173">
              <a:extLst>
                <a:ext uri="{FF2B5EF4-FFF2-40B4-BE49-F238E27FC236}">
                  <a16:creationId xmlns:a16="http://schemas.microsoft.com/office/drawing/2014/main" id="{829BD91A-08A8-75C9-83B4-55FDC937F0E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59191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A6661A68-A387-515A-E4E7-7D0434423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290996"/>
              <a:ext cx="1309517" cy="372909"/>
            </a:xfrm>
            <a:prstGeom prst="rect">
              <a:avLst/>
            </a:prstGeom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7CA54DDC-13C6-261E-9326-ED90873BA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290996"/>
              <a:ext cx="1309517" cy="372909"/>
            </a:xfrm>
            <a:prstGeom prst="rect">
              <a:avLst/>
            </a:prstGeom>
          </p:spPr>
        </p:pic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2F92CD6A-1ECC-7B3E-52EE-7F9A81EA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288499"/>
              <a:ext cx="1309517" cy="372909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163C2010-50A7-70BD-B4B1-919AF4919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288499"/>
              <a:ext cx="1309517" cy="372909"/>
            </a:xfrm>
            <a:prstGeom prst="rect">
              <a:avLst/>
            </a:prstGeom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6E3DC438-A911-15DA-BD60-81B2F9A40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269980"/>
              <a:ext cx="1309517" cy="37290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4B582411-3894-9DE4-FEF2-C868686B8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269980"/>
              <a:ext cx="1309517" cy="372909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D0DD2BD6-99E2-FFB0-D12B-E9D28FCC539A}"/>
                </a:ext>
              </a:extLst>
            </p:cNvPr>
            <p:cNvSpPr txBox="1"/>
            <p:nvPr/>
          </p:nvSpPr>
          <p:spPr>
            <a:xfrm>
              <a:off x="7350481" y="731776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82" name="Elbow Connector 181">
              <a:extLst>
                <a:ext uri="{FF2B5EF4-FFF2-40B4-BE49-F238E27FC236}">
                  <a16:creationId xmlns:a16="http://schemas.microsoft.com/office/drawing/2014/main" id="{F86E0D9A-D15D-E7D9-20C6-E776B60E07B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0016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Elbow Connector 182">
              <a:extLst>
                <a:ext uri="{FF2B5EF4-FFF2-40B4-BE49-F238E27FC236}">
                  <a16:creationId xmlns:a16="http://schemas.microsoft.com/office/drawing/2014/main" id="{D6E13504-817C-7052-9C1B-AFFB82D24D6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8977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Elbow Connector 183">
              <a:extLst>
                <a:ext uri="{FF2B5EF4-FFF2-40B4-BE49-F238E27FC236}">
                  <a16:creationId xmlns:a16="http://schemas.microsoft.com/office/drawing/2014/main" id="{77637183-D164-2155-598A-30D1797D886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89771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Elbow Connector 184">
              <a:extLst>
                <a:ext uri="{FF2B5EF4-FFF2-40B4-BE49-F238E27FC236}">
                  <a16:creationId xmlns:a16="http://schemas.microsoft.com/office/drawing/2014/main" id="{D4FBB89B-CDD9-EBFB-F071-F47E3C083A5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59123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D34AD4C6-AC2A-CD4E-A899-4D61E71A6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831239"/>
              <a:ext cx="1309517" cy="372908"/>
            </a:xfrm>
            <a:prstGeom prst="rect">
              <a:avLst/>
            </a:prstGeom>
          </p:spPr>
        </p:pic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DC33A279-65A2-5281-73B4-3FDFAC086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831239"/>
              <a:ext cx="1309517" cy="372908"/>
            </a:xfrm>
            <a:prstGeom prst="rect">
              <a:avLst/>
            </a:prstGeom>
          </p:spPr>
        </p:pic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9D208212-4659-4296-8828-0572681AF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828742"/>
              <a:ext cx="1309517" cy="372908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C98868AE-8DFF-421C-F383-05B1C43B6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828742"/>
              <a:ext cx="1309517" cy="372908"/>
            </a:xfrm>
            <a:prstGeom prst="rect">
              <a:avLst/>
            </a:prstGeom>
          </p:spPr>
        </p:pic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87869413-B8EC-0B37-3F5C-BD250DF9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10223"/>
              <a:ext cx="1309517" cy="372908"/>
            </a:xfrm>
            <a:prstGeom prst="rect">
              <a:avLst/>
            </a:prstGeom>
          </p:spPr>
        </p:pic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E34971EF-C8C7-1032-AE63-D44257CD7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10223"/>
              <a:ext cx="1309517" cy="372908"/>
            </a:xfrm>
            <a:prstGeom prst="rect">
              <a:avLst/>
            </a:prstGeom>
          </p:spPr>
        </p:pic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04951115-ADE5-4101-4C8E-0291D0F9F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06034"/>
              <a:ext cx="1309517" cy="372908"/>
            </a:xfrm>
            <a:prstGeom prst="rect">
              <a:avLst/>
            </a:prstGeom>
          </p:spPr>
        </p:pic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837B7C48-0840-3926-C96E-045A2EC3A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06034"/>
              <a:ext cx="1309517" cy="372908"/>
            </a:xfrm>
            <a:prstGeom prst="rect">
              <a:avLst/>
            </a:prstGeom>
          </p:spPr>
        </p:pic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47DB310D-0735-F3C8-1ABD-EC3EC2AF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787515"/>
              <a:ext cx="1309517" cy="372908"/>
            </a:xfrm>
            <a:prstGeom prst="rect">
              <a:avLst/>
            </a:prstGeom>
          </p:spPr>
        </p:pic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7A758A5B-A788-D960-4F3D-5B3C09279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787515"/>
              <a:ext cx="1309517" cy="372908"/>
            </a:xfrm>
            <a:prstGeom prst="rect">
              <a:avLst/>
            </a:prstGeom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7A2204C-57B2-F288-5B11-82DC667BE380}"/>
                </a:ext>
              </a:extLst>
            </p:cNvPr>
            <p:cNvSpPr txBox="1"/>
            <p:nvPr/>
          </p:nvSpPr>
          <p:spPr>
            <a:xfrm>
              <a:off x="221023" y="2998602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CCDDBBF7-550A-0902-26DD-39F559411AE1}"/>
                </a:ext>
              </a:extLst>
            </p:cNvPr>
            <p:cNvSpPr txBox="1"/>
            <p:nvPr/>
          </p:nvSpPr>
          <p:spPr>
            <a:xfrm>
              <a:off x="8699780" y="5331600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D155D89-A6A8-EB2F-9D99-6E59E582EA07}"/>
                </a:ext>
              </a:extLst>
            </p:cNvPr>
            <p:cNvSpPr/>
            <p:nvPr/>
          </p:nvSpPr>
          <p:spPr>
            <a:xfrm>
              <a:off x="-1531033" y="704792"/>
              <a:ext cx="15254065" cy="7501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34DD2DFF-871A-1844-C222-5736577FB57C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940667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CAA276C8-D346-A942-2D7B-CB25AB95E8C2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934117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AC9C7BD5-9CAD-0B52-F04B-E063C7254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759967"/>
              <a:ext cx="1309525" cy="372909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139357-B213-2DB7-AA44-04B3B3C0BA9E}"/>
                </a:ext>
              </a:extLst>
            </p:cNvPr>
            <p:cNvSpPr txBox="1"/>
            <p:nvPr/>
          </p:nvSpPr>
          <p:spPr>
            <a:xfrm>
              <a:off x="-410980" y="1180992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C5276B3C-A124-2122-D1A1-7AEA8638E572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967309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D7261377-9A97-A861-1348-91A7F3B00064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948693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F3F1E5CF-5DB2-177B-AEED-6B4A192A5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759967"/>
              <a:ext cx="1309517" cy="372909"/>
            </a:xfrm>
            <a:prstGeom prst="rect">
              <a:avLst/>
            </a:prstGeom>
          </p:spPr>
        </p:pic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6F6506FE-17D6-F1C4-EBF3-7B8BCEFA7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759967"/>
              <a:ext cx="1309517" cy="372909"/>
            </a:xfrm>
            <a:prstGeom prst="rect">
              <a:avLst/>
            </a:prstGeom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476D7B8-902F-6A9C-18E6-9167362E4AB5}"/>
                </a:ext>
              </a:extLst>
            </p:cNvPr>
            <p:cNvSpPr txBox="1"/>
            <p:nvPr/>
          </p:nvSpPr>
          <p:spPr>
            <a:xfrm>
              <a:off x="882158" y="2107238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0EF85FB-DCDF-9952-54A6-A0075242D401}"/>
                </a:ext>
              </a:extLst>
            </p:cNvPr>
            <p:cNvSpPr txBox="1"/>
            <p:nvPr/>
          </p:nvSpPr>
          <p:spPr>
            <a:xfrm>
              <a:off x="7158463" y="2101986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52633979-B277-9649-C235-CF2E108BDCED}"/>
                </a:ext>
              </a:extLst>
            </p:cNvPr>
            <p:cNvSpPr txBox="1"/>
            <p:nvPr/>
          </p:nvSpPr>
          <p:spPr>
            <a:xfrm>
              <a:off x="5128405" y="210492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B850C164-CF16-FCFC-D284-7F2D0C209D7D}"/>
                </a:ext>
              </a:extLst>
            </p:cNvPr>
            <p:cNvSpPr txBox="1"/>
            <p:nvPr/>
          </p:nvSpPr>
          <p:spPr>
            <a:xfrm>
              <a:off x="4874666" y="2351317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13FF8206-BB1A-60A7-DE06-8B22A13E1B4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626278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2436DFF-F075-33AF-7111-400DCEA7B580}"/>
                </a:ext>
              </a:extLst>
            </p:cNvPr>
            <p:cNvSpPr txBox="1"/>
            <p:nvPr/>
          </p:nvSpPr>
          <p:spPr>
            <a:xfrm>
              <a:off x="566074" y="4960506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B35E846C-5207-535C-33C6-CBF1C7349ABB}"/>
                </a:ext>
              </a:extLst>
            </p:cNvPr>
            <p:cNvSpPr txBox="1"/>
            <p:nvPr/>
          </p:nvSpPr>
          <p:spPr>
            <a:xfrm>
              <a:off x="2086159" y="496209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CB988F82-088B-4A24-C47F-4F644E9417BA}"/>
                </a:ext>
              </a:extLst>
            </p:cNvPr>
            <p:cNvSpPr txBox="1"/>
            <p:nvPr/>
          </p:nvSpPr>
          <p:spPr>
            <a:xfrm>
              <a:off x="3690188" y="499623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996831E7-ADA0-67AB-1EB5-19DBF0679E1D}"/>
                </a:ext>
              </a:extLst>
            </p:cNvPr>
            <p:cNvSpPr txBox="1"/>
            <p:nvPr/>
          </p:nvSpPr>
          <p:spPr>
            <a:xfrm>
              <a:off x="5294136" y="497988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91EAE6-9203-645E-37E8-9D6953815735}"/>
                </a:ext>
              </a:extLst>
            </p:cNvPr>
            <p:cNvSpPr txBox="1"/>
            <p:nvPr/>
          </p:nvSpPr>
          <p:spPr>
            <a:xfrm>
              <a:off x="-1362916" y="4955214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BF6508AF-C25B-AF41-2F44-C0F095F0B3BA}"/>
                </a:ext>
              </a:extLst>
            </p:cNvPr>
            <p:cNvSpPr txBox="1"/>
            <p:nvPr/>
          </p:nvSpPr>
          <p:spPr>
            <a:xfrm>
              <a:off x="6680325" y="4955738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BC2D72BB-61A2-D480-2C64-9F4BA46BF15A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728013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85AD8FFC-015B-18C2-54E7-79E270FC5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94316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C235ED5C-8B09-E367-6FC0-25B0BE907EF7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545272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Elbow Connector 223">
              <a:extLst>
                <a:ext uri="{FF2B5EF4-FFF2-40B4-BE49-F238E27FC236}">
                  <a16:creationId xmlns:a16="http://schemas.microsoft.com/office/drawing/2014/main" id="{195222A8-8C0E-E6A7-A807-807EBC1C3E2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Elbow Connector 224">
              <a:extLst>
                <a:ext uri="{FF2B5EF4-FFF2-40B4-BE49-F238E27FC236}">
                  <a16:creationId xmlns:a16="http://schemas.microsoft.com/office/drawing/2014/main" id="{2391B641-1BA2-E6F9-A4D6-45E05725719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73974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FD3214FB-C1F1-0709-15BE-CB6BFD1F9CC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73204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Elbow Connector 226">
              <a:extLst>
                <a:ext uri="{FF2B5EF4-FFF2-40B4-BE49-F238E27FC236}">
                  <a16:creationId xmlns:a16="http://schemas.microsoft.com/office/drawing/2014/main" id="{8A38CF64-D95D-B6CC-3954-CA43FA0201D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72721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Elbow Connector 227">
              <a:extLst>
                <a:ext uri="{FF2B5EF4-FFF2-40B4-BE49-F238E27FC236}">
                  <a16:creationId xmlns:a16="http://schemas.microsoft.com/office/drawing/2014/main" id="{71C6F9EA-6058-F8C6-5CF0-E08D9C3A05A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73081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626E724F-4527-B2DF-DB38-DB9D6DB33C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E1E3112A-A097-B6B0-5F56-E30FCF6C12DC}"/>
                </a:ext>
              </a:extLst>
            </p:cNvPr>
            <p:cNvSpPr txBox="1"/>
            <p:nvPr/>
          </p:nvSpPr>
          <p:spPr>
            <a:xfrm>
              <a:off x="663997" y="7433599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single-core </a:t>
              </a:r>
              <a:br>
                <a:rPr lang="en-US" dirty="0"/>
              </a:br>
              <a:r>
                <a:rPr lang="en-US" dirty="0"/>
                <a:t>CE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C510BAFB-D2FE-FFF4-E687-98CDBCD485CA}"/>
                </a:ext>
              </a:extLst>
            </p:cNvPr>
            <p:cNvSpPr txBox="1"/>
            <p:nvPr/>
          </p:nvSpPr>
          <p:spPr>
            <a:xfrm>
              <a:off x="2177627" y="7464750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double-core CE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2B9C4F73-32E2-5D77-9187-12E5091D5EA2}"/>
                </a:ext>
              </a:extLst>
            </p:cNvPr>
            <p:cNvSpPr txBox="1"/>
            <p:nvPr/>
          </p:nvSpPr>
          <p:spPr>
            <a:xfrm>
              <a:off x="3577388" y="747558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DC0B283-93D5-CCEA-6A15-246525D03082}"/>
                </a:ext>
              </a:extLst>
            </p:cNvPr>
            <p:cNvSpPr txBox="1"/>
            <p:nvPr/>
          </p:nvSpPr>
          <p:spPr>
            <a:xfrm>
              <a:off x="5058564" y="744419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16C98D3-E10B-6FE9-2D3F-2F3E3F62AC01}"/>
                </a:ext>
              </a:extLst>
            </p:cNvPr>
            <p:cNvSpPr txBox="1"/>
            <p:nvPr/>
          </p:nvSpPr>
          <p:spPr>
            <a:xfrm>
              <a:off x="-1473208" y="741953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5FD70EEF-FA8D-4D14-6A89-93582E184939}"/>
                </a:ext>
              </a:extLst>
            </p:cNvPr>
            <p:cNvSpPr txBox="1"/>
            <p:nvPr/>
          </p:nvSpPr>
          <p:spPr>
            <a:xfrm>
              <a:off x="6089587" y="7420056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D8D910A-3EB4-6DDD-63A7-36DB62AA1FE7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90855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Elbow Connector 236">
              <a:extLst>
                <a:ext uri="{FF2B5EF4-FFF2-40B4-BE49-F238E27FC236}">
                  <a16:creationId xmlns:a16="http://schemas.microsoft.com/office/drawing/2014/main" id="{22BA23DD-9D91-DA19-44D7-55D111EF597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9320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Elbow Connector 237">
              <a:extLst>
                <a:ext uri="{FF2B5EF4-FFF2-40B4-BE49-F238E27FC236}">
                  <a16:creationId xmlns:a16="http://schemas.microsoft.com/office/drawing/2014/main" id="{9B7C7AD8-6106-FBB0-2BEE-CE01A0B4457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60025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Elbow Connector 238">
              <a:extLst>
                <a:ext uri="{FF2B5EF4-FFF2-40B4-BE49-F238E27FC236}">
                  <a16:creationId xmlns:a16="http://schemas.microsoft.com/office/drawing/2014/main" id="{AE9D48EB-0C83-8D87-DD89-236EBF06643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9488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Elbow Connector 239">
              <a:extLst>
                <a:ext uri="{FF2B5EF4-FFF2-40B4-BE49-F238E27FC236}">
                  <a16:creationId xmlns:a16="http://schemas.microsoft.com/office/drawing/2014/main" id="{5E1C1283-5661-B628-D0CC-B1BC7FEE944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9006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Elbow Connector 240">
              <a:extLst>
                <a:ext uri="{FF2B5EF4-FFF2-40B4-BE49-F238E27FC236}">
                  <a16:creationId xmlns:a16="http://schemas.microsoft.com/office/drawing/2014/main" id="{BDC4784C-C222-FF49-DCCD-DA020B4C900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9365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Elbow Connector 241">
              <a:extLst>
                <a:ext uri="{FF2B5EF4-FFF2-40B4-BE49-F238E27FC236}">
                  <a16:creationId xmlns:a16="http://schemas.microsoft.com/office/drawing/2014/main" id="{0B7FEBD5-D6B3-097C-5114-7EBA11F1A9F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600870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0E769EBC-E6F3-19A3-6BBD-D5E03B0F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380533"/>
              <a:ext cx="1309517" cy="372909"/>
            </a:xfrm>
            <a:prstGeom prst="rect">
              <a:avLst/>
            </a:prstGeom>
          </p:spPr>
        </p:pic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C6111E70-813E-2C82-96D9-6A14A29B1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380533"/>
              <a:ext cx="1309517" cy="372909"/>
            </a:xfrm>
            <a:prstGeom prst="rect">
              <a:avLst/>
            </a:prstGeom>
          </p:spPr>
        </p:pic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041114A7-6472-B7D5-DCB9-18E930F00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378036"/>
              <a:ext cx="1309517" cy="372909"/>
            </a:xfrm>
            <a:prstGeom prst="rect">
              <a:avLst/>
            </a:prstGeom>
          </p:spPr>
        </p:pic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37CF0725-810B-67C3-9E28-7E3436DA4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378036"/>
              <a:ext cx="1309517" cy="372909"/>
            </a:xfrm>
            <a:prstGeom prst="rect">
              <a:avLst/>
            </a:prstGeom>
          </p:spPr>
        </p:pic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CCA3419E-E4CE-A584-DAFA-B01258D88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359517"/>
              <a:ext cx="1309517" cy="372909"/>
            </a:xfrm>
            <a:prstGeom prst="rect">
              <a:avLst/>
            </a:prstGeom>
          </p:spPr>
        </p:pic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DFAB8C96-A81A-257B-7C7A-9665D0426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359517"/>
              <a:ext cx="1309517" cy="372909"/>
            </a:xfrm>
            <a:prstGeom prst="rect">
              <a:avLst/>
            </a:prstGeom>
          </p:spPr>
        </p:pic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02804F3D-4711-2AD3-91A3-80EC51AD8947}"/>
                </a:ext>
              </a:extLst>
            </p:cNvPr>
            <p:cNvSpPr txBox="1"/>
            <p:nvPr/>
          </p:nvSpPr>
          <p:spPr>
            <a:xfrm>
              <a:off x="7350481" y="740730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250" name="Elbow Connector 249">
              <a:extLst>
                <a:ext uri="{FF2B5EF4-FFF2-40B4-BE49-F238E27FC236}">
                  <a16:creationId xmlns:a16="http://schemas.microsoft.com/office/drawing/2014/main" id="{38553784-5AF3-4726-2079-E35B5190BB4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8970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Elbow Connector 250">
              <a:extLst>
                <a:ext uri="{FF2B5EF4-FFF2-40B4-BE49-F238E27FC236}">
                  <a16:creationId xmlns:a16="http://schemas.microsoft.com/office/drawing/2014/main" id="{DF30A29B-AEF1-21FE-C438-79642923E4E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98724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Elbow Connector 251">
              <a:extLst>
                <a:ext uri="{FF2B5EF4-FFF2-40B4-BE49-F238E27FC236}">
                  <a16:creationId xmlns:a16="http://schemas.microsoft.com/office/drawing/2014/main" id="{5150B67A-AB4A-CB54-A754-48735EE80F1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98724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EC76BF3E-7256-7E80-DEE4-8CCD9672A13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600190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943C7CE5-3532-76E5-DDB0-CA62AA3441FA}"/>
                </a:ext>
              </a:extLst>
            </p:cNvPr>
            <p:cNvSpPr txBox="1"/>
            <p:nvPr/>
          </p:nvSpPr>
          <p:spPr>
            <a:xfrm>
              <a:off x="8664903" y="746046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radiative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B7690A00-3FDC-0D87-072D-FFDBD324C05F}"/>
                </a:ext>
              </a:extLst>
            </p:cNvPr>
            <p:cNvSpPr txBox="1"/>
            <p:nvPr/>
          </p:nvSpPr>
          <p:spPr>
            <a:xfrm>
              <a:off x="11460720" y="7451989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</a:t>
              </a:r>
            </a:p>
            <a:p>
              <a:pPr algn="ctr"/>
              <a:r>
                <a:rPr lang="en-US" sz="1200" dirty="0"/>
                <a:t>with CE 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3DF8D91B-B2E7-369A-D995-DFEB3A406CFC}"/>
                </a:ext>
              </a:extLst>
            </p:cNvPr>
            <p:cNvSpPr txBox="1"/>
            <p:nvPr/>
          </p:nvSpPr>
          <p:spPr>
            <a:xfrm>
              <a:off x="10128606" y="743731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convective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pic>
          <p:nvPicPr>
            <p:cNvPr id="257" name="Picture 256">
              <a:extLst>
                <a:ext uri="{FF2B5EF4-FFF2-40B4-BE49-F238E27FC236}">
                  <a16:creationId xmlns:a16="http://schemas.microsoft.com/office/drawing/2014/main" id="{08C90F3F-6BCD-BFBB-1F7B-EFA676C47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920776"/>
              <a:ext cx="1309517" cy="372908"/>
            </a:xfrm>
            <a:prstGeom prst="rect">
              <a:avLst/>
            </a:prstGeom>
          </p:spPr>
        </p:pic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EE201CA5-AFD7-DFDE-E926-D66230A30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920776"/>
              <a:ext cx="1309517" cy="372908"/>
            </a:xfrm>
            <a:prstGeom prst="rect">
              <a:avLst/>
            </a:prstGeom>
          </p:spPr>
        </p:pic>
        <p:pic>
          <p:nvPicPr>
            <p:cNvPr id="259" name="Picture 258">
              <a:extLst>
                <a:ext uri="{FF2B5EF4-FFF2-40B4-BE49-F238E27FC236}">
                  <a16:creationId xmlns:a16="http://schemas.microsoft.com/office/drawing/2014/main" id="{AE31C415-E537-342B-3E0D-8EFFCEA42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918279"/>
              <a:ext cx="1309517" cy="372908"/>
            </a:xfrm>
            <a:prstGeom prst="rect">
              <a:avLst/>
            </a:prstGeom>
          </p:spPr>
        </p:pic>
        <p:pic>
          <p:nvPicPr>
            <p:cNvPr id="260" name="Picture 259">
              <a:extLst>
                <a:ext uri="{FF2B5EF4-FFF2-40B4-BE49-F238E27FC236}">
                  <a16:creationId xmlns:a16="http://schemas.microsoft.com/office/drawing/2014/main" id="{B846052F-A0AD-3525-83C6-B7A8158CA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918279"/>
              <a:ext cx="1309517" cy="372908"/>
            </a:xfrm>
            <a:prstGeom prst="rect">
              <a:avLst/>
            </a:prstGeom>
          </p:spPr>
        </p:pic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79E36744-90B5-B388-459E-74CB762FA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99760"/>
              <a:ext cx="1309517" cy="372908"/>
            </a:xfrm>
            <a:prstGeom prst="rect">
              <a:avLst/>
            </a:prstGeom>
          </p:spPr>
        </p:pic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C41148A2-20D8-C762-EC46-D7294CE28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99760"/>
              <a:ext cx="1309517" cy="372908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D999A600-61D4-8E53-19DF-9E9DECDD3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95571"/>
              <a:ext cx="1309517" cy="372908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5F8AF72B-7C8D-9DDC-7794-EFD270A4C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95571"/>
              <a:ext cx="1309517" cy="372908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53699A5F-D663-719C-751F-0B7F634FC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877052"/>
              <a:ext cx="1309517" cy="372908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312D5243-15C8-54E7-3C3F-BF60FEC8B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877052"/>
              <a:ext cx="1309517" cy="372908"/>
            </a:xfrm>
            <a:prstGeom prst="rect">
              <a:avLst/>
            </a:prstGeom>
          </p:spPr>
        </p:pic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545DCB7B-65BA-6460-D27B-0FEC4F3F1983}"/>
                </a:ext>
              </a:extLst>
            </p:cNvPr>
            <p:cNvSpPr txBox="1"/>
            <p:nvPr/>
          </p:nvSpPr>
          <p:spPr>
            <a:xfrm>
              <a:off x="221023" y="3088139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F90835E7-D934-C053-6EFE-6688E43CC1A9}"/>
                </a:ext>
              </a:extLst>
            </p:cNvPr>
            <p:cNvSpPr txBox="1"/>
            <p:nvPr/>
          </p:nvSpPr>
          <p:spPr>
            <a:xfrm>
              <a:off x="8699780" y="5421137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918F4C-CF2B-73DB-91CD-0B56BC69F72B}"/>
              </a:ext>
            </a:extLst>
          </p:cNvPr>
          <p:cNvSpPr/>
          <p:nvPr/>
        </p:nvSpPr>
        <p:spPr>
          <a:xfrm>
            <a:off x="-1248451" y="915391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6BDB3F-B6A9-AB53-33C4-E0D46D10D69F}"/>
              </a:ext>
            </a:extLst>
          </p:cNvPr>
          <p:cNvCxnSpPr>
            <a:cxnSpLocks/>
          </p:cNvCxnSpPr>
          <p:nvPr/>
        </p:nvCxnSpPr>
        <p:spPr>
          <a:xfrm>
            <a:off x="2557691" y="1151266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5A05D3-1E71-02EE-7040-4F0C2D859904}"/>
              </a:ext>
            </a:extLst>
          </p:cNvPr>
          <p:cNvCxnSpPr>
            <a:cxnSpLocks/>
          </p:cNvCxnSpPr>
          <p:nvPr/>
        </p:nvCxnSpPr>
        <p:spPr>
          <a:xfrm>
            <a:off x="2550086" y="1144716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2E740CA-05E9-FA95-997E-0497CF4209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5324" y="1970566"/>
            <a:ext cx="1309525" cy="3729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F8EB1D-33B8-B5F8-7FBC-C5A1C7276A44}"/>
              </a:ext>
            </a:extLst>
          </p:cNvPr>
          <p:cNvSpPr txBox="1"/>
          <p:nvPr/>
        </p:nvSpPr>
        <p:spPr>
          <a:xfrm>
            <a:off x="-128398" y="1391591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B56C9E-D31D-C1DE-7316-7B692B7F53F8}"/>
              </a:ext>
            </a:extLst>
          </p:cNvPr>
          <p:cNvCxnSpPr>
            <a:cxnSpLocks/>
          </p:cNvCxnSpPr>
          <p:nvPr/>
        </p:nvCxnSpPr>
        <p:spPr>
          <a:xfrm>
            <a:off x="8708847" y="117790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A167E9-0F7D-7B58-AFD3-CA66AE113393}"/>
              </a:ext>
            </a:extLst>
          </p:cNvPr>
          <p:cNvCxnSpPr>
            <a:cxnSpLocks/>
          </p:cNvCxnSpPr>
          <p:nvPr/>
        </p:nvCxnSpPr>
        <p:spPr>
          <a:xfrm>
            <a:off x="5773392" y="115929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4065A78-0445-3A49-6CB5-FCF3FB4AF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4222" y="1970566"/>
            <a:ext cx="1309517" cy="3729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84E68E-8960-E963-7C2C-D5A2C30174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39099" y="1970566"/>
            <a:ext cx="1309517" cy="3729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2C5CA78-903F-DA58-3DDE-FA8E63E159BC}"/>
              </a:ext>
            </a:extLst>
          </p:cNvPr>
          <p:cNvSpPr txBox="1"/>
          <p:nvPr/>
        </p:nvSpPr>
        <p:spPr>
          <a:xfrm>
            <a:off x="1164740" y="2317837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61AA93-DBF4-07D1-38D2-934BD91696ED}"/>
              </a:ext>
            </a:extLst>
          </p:cNvPr>
          <p:cNvSpPr txBox="1"/>
          <p:nvPr/>
        </p:nvSpPr>
        <p:spPr>
          <a:xfrm>
            <a:off x="7441045" y="2312585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301FC-24C9-38BD-5564-6921B9B2C4A3}"/>
              </a:ext>
            </a:extLst>
          </p:cNvPr>
          <p:cNvSpPr txBox="1"/>
          <p:nvPr/>
        </p:nvSpPr>
        <p:spPr>
          <a:xfrm>
            <a:off x="5410987" y="2315526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7FF89-7A3B-3436-C0C8-5639DFAEA85D}"/>
              </a:ext>
            </a:extLst>
          </p:cNvPr>
          <p:cNvSpPr txBox="1"/>
          <p:nvPr/>
        </p:nvSpPr>
        <p:spPr>
          <a:xfrm>
            <a:off x="5157248" y="2561916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79316D-5DB3-4116-60C6-09CE75F6602B}"/>
              </a:ext>
            </a:extLst>
          </p:cNvPr>
          <p:cNvCxnSpPr>
            <a:cxnSpLocks/>
          </p:cNvCxnSpPr>
          <p:nvPr/>
        </p:nvCxnSpPr>
        <p:spPr>
          <a:xfrm>
            <a:off x="2586508" y="2836877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FD3EF1-FE96-5D96-6E6C-58F80B61DDD6}"/>
              </a:ext>
            </a:extLst>
          </p:cNvPr>
          <p:cNvSpPr txBox="1"/>
          <p:nvPr/>
        </p:nvSpPr>
        <p:spPr>
          <a:xfrm>
            <a:off x="848656" y="5171105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4EBDB9-91EE-45C5-0AF5-8EB55A6C8243}"/>
              </a:ext>
            </a:extLst>
          </p:cNvPr>
          <p:cNvSpPr txBox="1"/>
          <p:nvPr/>
        </p:nvSpPr>
        <p:spPr>
          <a:xfrm>
            <a:off x="2368741" y="5172696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FAA68-1969-B40E-F1D2-C967F2A06499}"/>
              </a:ext>
            </a:extLst>
          </p:cNvPr>
          <p:cNvSpPr txBox="1"/>
          <p:nvPr/>
        </p:nvSpPr>
        <p:spPr>
          <a:xfrm>
            <a:off x="3972770" y="520682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AB9582-741C-20A1-91F3-057CC16FC29C}"/>
              </a:ext>
            </a:extLst>
          </p:cNvPr>
          <p:cNvSpPr txBox="1"/>
          <p:nvPr/>
        </p:nvSpPr>
        <p:spPr>
          <a:xfrm>
            <a:off x="5576718" y="5190488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5EA929-5586-8373-F10B-C709BC7B23A2}"/>
              </a:ext>
            </a:extLst>
          </p:cNvPr>
          <p:cNvSpPr txBox="1"/>
          <p:nvPr/>
        </p:nvSpPr>
        <p:spPr>
          <a:xfrm>
            <a:off x="-1080334" y="5165813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892FF3-B8D5-0731-0AFC-64D0E39C3888}"/>
              </a:ext>
            </a:extLst>
          </p:cNvPr>
          <p:cNvSpPr txBox="1"/>
          <p:nvPr/>
        </p:nvSpPr>
        <p:spPr>
          <a:xfrm>
            <a:off x="6962907" y="5166337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D07191-E8AE-0EDC-A7F2-E1F754704423}"/>
              </a:ext>
            </a:extLst>
          </p:cNvPr>
          <p:cNvCxnSpPr>
            <a:cxnSpLocks/>
          </p:cNvCxnSpPr>
          <p:nvPr/>
        </p:nvCxnSpPr>
        <p:spPr>
          <a:xfrm>
            <a:off x="148262" y="3938612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42767C-C539-4F1C-ED44-25FE3B05004D}"/>
              </a:ext>
            </a:extLst>
          </p:cNvPr>
          <p:cNvCxnSpPr>
            <a:cxnSpLocks/>
          </p:cNvCxnSpPr>
          <p:nvPr/>
        </p:nvCxnSpPr>
        <p:spPr>
          <a:xfrm flipV="1">
            <a:off x="38116" y="6204915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EE63EB-B307-0557-D341-8FC3E6BB025A}"/>
              </a:ext>
            </a:extLst>
          </p:cNvPr>
          <p:cNvCxnSpPr>
            <a:cxnSpLocks/>
          </p:cNvCxnSpPr>
          <p:nvPr/>
        </p:nvCxnSpPr>
        <p:spPr>
          <a:xfrm>
            <a:off x="8708845" y="2755871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F853B39-48EC-4404-549F-A64F597BF69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89497" y="394096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264B4DF-BCC6-CFA3-3919-C63AB42F79A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20521" y="395033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A2A22A0-221E-3681-3DDD-049A7A73444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13271" y="394264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7DEE0FB-7147-C2AF-F969-A7D7E50CEE8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61487" y="393781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69AF799E-7495-847B-5437-D4334BD0E74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78300" y="394141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15487094-41A8-9597-A12A-65D8890538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33137" y="394096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0818CED-861A-86A4-955A-DD502AFBD1A5}"/>
              </a:ext>
            </a:extLst>
          </p:cNvPr>
          <p:cNvSpPr txBox="1"/>
          <p:nvPr/>
        </p:nvSpPr>
        <p:spPr>
          <a:xfrm>
            <a:off x="3859970" y="768618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32EFD6-7358-6260-D453-DF00D459BE9F}"/>
              </a:ext>
            </a:extLst>
          </p:cNvPr>
          <p:cNvSpPr txBox="1"/>
          <p:nvPr/>
        </p:nvSpPr>
        <p:spPr>
          <a:xfrm>
            <a:off x="5341146" y="765478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F42AFA-E3BD-7219-C149-D1F5DD60A760}"/>
              </a:ext>
            </a:extLst>
          </p:cNvPr>
          <p:cNvSpPr txBox="1"/>
          <p:nvPr/>
        </p:nvSpPr>
        <p:spPr>
          <a:xfrm>
            <a:off x="-1190626" y="7630131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980161-189A-3528-7282-153A0C1E1F21}"/>
              </a:ext>
            </a:extLst>
          </p:cNvPr>
          <p:cNvSpPr txBox="1"/>
          <p:nvPr/>
        </p:nvSpPr>
        <p:spPr>
          <a:xfrm>
            <a:off x="6372169" y="7630655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602CB9-32FC-FF00-051D-7D247B506618}"/>
              </a:ext>
            </a:extLst>
          </p:cNvPr>
          <p:cNvCxnSpPr>
            <a:cxnSpLocks/>
          </p:cNvCxnSpPr>
          <p:nvPr/>
        </p:nvCxnSpPr>
        <p:spPr>
          <a:xfrm>
            <a:off x="161956" y="6201454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E047795-3A45-6042-62C2-B507F01BD30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598759" y="620380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EE3387CA-8E5B-47F8-0976-234D68ACC05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131260" y="621318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98D1D15-4EC9-2EE6-B4D3-80683475427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725488" y="620548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25B598BC-3CFF-A2A1-EF94-0282FF88AB6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75181" y="620066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6966EFE9-902F-B398-81BF-F0586E2E7BD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64606" y="620425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839D971-15EF-0070-55C3-8B996C7F5D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19443" y="621930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56BF05BC-E4F9-DD5D-6FEE-760D455DA2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787896" y="4591132"/>
            <a:ext cx="1309517" cy="3729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29FCB93-237F-5C3C-080F-F89E6BF955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6927" y="4591132"/>
            <a:ext cx="1309517" cy="37290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E82990C-454E-5091-667B-B1D2EACF40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27666" y="4588635"/>
            <a:ext cx="1309517" cy="37290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D8DA21E-9AF7-D1CA-400E-8AE5C7D6DE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59277" y="4588635"/>
            <a:ext cx="1309517" cy="37290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F4C13C7-B922-74D1-D4C7-DF987A03153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2438" y="4570116"/>
            <a:ext cx="1309517" cy="37290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89F5CE5-9BF6-538B-AE6D-561D3A73979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44049" y="4570116"/>
            <a:ext cx="1309517" cy="37290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10D8752-3C9C-8923-CE60-E3E33741E273}"/>
              </a:ext>
            </a:extLst>
          </p:cNvPr>
          <p:cNvSpPr txBox="1"/>
          <p:nvPr/>
        </p:nvSpPr>
        <p:spPr>
          <a:xfrm>
            <a:off x="7633063" y="7617901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D95B5635-C41E-64BF-3AEE-9941B9B7221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902350" y="620029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FB728FAE-D8F3-66B7-FEFA-15062D072F2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23792" y="619784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C80946B8-38FE-C1D2-53E3-38F94E2A0E6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355742" y="619784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6C7EF8AB-589A-2CBD-31F3-FF8D9E3C596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864905" y="621250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4" name="Picture 73">
            <a:extLst>
              <a:ext uri="{FF2B5EF4-FFF2-40B4-BE49-F238E27FC236}">
                <a16:creationId xmlns:a16="http://schemas.microsoft.com/office/drawing/2014/main" id="{A6EA846E-BD29-EC29-F835-375AFD1D14E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736575" y="7131375"/>
            <a:ext cx="1309517" cy="37290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0B7396E-CA07-F1F2-7EF2-AD26B6A4AB6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38248" y="7131375"/>
            <a:ext cx="1309517" cy="37290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62680E2-A54B-2FAA-85B7-F8E33E5093A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78987" y="7128878"/>
            <a:ext cx="1309517" cy="37290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8ECFA2C-9FDA-44BE-D03D-F4C38662FB1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031629" y="7128878"/>
            <a:ext cx="1309517" cy="37290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2FE00F7B-D75D-A7DC-28A5-3900D31C395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29808" y="7110359"/>
            <a:ext cx="1309517" cy="37290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889F332-59EE-D8F2-3E06-8BFF24D2BCE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75440" y="7110359"/>
            <a:ext cx="1309517" cy="3729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6DE63E22-A6A5-D0F4-ADD8-019F4927BBB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097916" y="7106170"/>
            <a:ext cx="1309517" cy="372908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5ADA72C-86C5-7B37-705B-B10BB4EDC64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42071" y="7106170"/>
            <a:ext cx="1309517" cy="37290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94FA712-86E4-01FB-2BEC-1C9F61D0EB3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40250" y="7087651"/>
            <a:ext cx="1309517" cy="37290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563D949C-9F00-9717-E88C-BDE482160E6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2185882" y="7087651"/>
            <a:ext cx="1309517" cy="372908"/>
          </a:xfrm>
          <a:prstGeom prst="rect">
            <a:avLst/>
          </a:prstGeom>
        </p:spPr>
      </p:pic>
      <p:sp>
        <p:nvSpPr>
          <p:cNvPr id="269" name="TextBox 268">
            <a:extLst>
              <a:ext uri="{FF2B5EF4-FFF2-40B4-BE49-F238E27FC236}">
                <a16:creationId xmlns:a16="http://schemas.microsoft.com/office/drawing/2014/main" id="{89EC881A-2DC5-9404-0CD7-9A154ECCC89E}"/>
              </a:ext>
            </a:extLst>
          </p:cNvPr>
          <p:cNvSpPr txBox="1"/>
          <p:nvPr/>
        </p:nvSpPr>
        <p:spPr>
          <a:xfrm>
            <a:off x="503605" y="3298738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1C7204B-8A20-2F59-E64F-5059837BE26B}"/>
              </a:ext>
            </a:extLst>
          </p:cNvPr>
          <p:cNvSpPr txBox="1"/>
          <p:nvPr/>
        </p:nvSpPr>
        <p:spPr>
          <a:xfrm>
            <a:off x="8982362" y="5631736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 CE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1C035277-9C6C-F562-4455-03F502069B6C}"/>
              </a:ext>
            </a:extLst>
          </p:cNvPr>
          <p:cNvSpPr/>
          <p:nvPr/>
        </p:nvSpPr>
        <p:spPr>
          <a:xfrm>
            <a:off x="-1234881" y="915989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8B435886-66B0-E6AC-803E-13BB21BBFF5C}"/>
              </a:ext>
            </a:extLst>
          </p:cNvPr>
          <p:cNvCxnSpPr>
            <a:cxnSpLocks/>
          </p:cNvCxnSpPr>
          <p:nvPr/>
        </p:nvCxnSpPr>
        <p:spPr>
          <a:xfrm>
            <a:off x="2571261" y="115186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035B398-C8DE-0FE7-1BF1-49627F8632C4}"/>
              </a:ext>
            </a:extLst>
          </p:cNvPr>
          <p:cNvCxnSpPr>
            <a:cxnSpLocks/>
          </p:cNvCxnSpPr>
          <p:nvPr/>
        </p:nvCxnSpPr>
        <p:spPr>
          <a:xfrm>
            <a:off x="2563656" y="1145314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4" name="Picture 273">
            <a:extLst>
              <a:ext uri="{FF2B5EF4-FFF2-40B4-BE49-F238E27FC236}">
                <a16:creationId xmlns:a16="http://schemas.microsoft.com/office/drawing/2014/main" id="{313577B4-9F87-930A-570F-F61C01CAC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8894" y="1971164"/>
            <a:ext cx="1309525" cy="372909"/>
          </a:xfrm>
          <a:prstGeom prst="rect">
            <a:avLst/>
          </a:prstGeom>
        </p:spPr>
      </p:pic>
      <p:sp>
        <p:nvSpPr>
          <p:cNvPr id="275" name="TextBox 274">
            <a:extLst>
              <a:ext uri="{FF2B5EF4-FFF2-40B4-BE49-F238E27FC236}">
                <a16:creationId xmlns:a16="http://schemas.microsoft.com/office/drawing/2014/main" id="{40BA0474-CCF4-F9A5-2A8F-5961430E7430}"/>
              </a:ext>
            </a:extLst>
          </p:cNvPr>
          <p:cNvSpPr txBox="1"/>
          <p:nvPr/>
        </p:nvSpPr>
        <p:spPr>
          <a:xfrm>
            <a:off x="-114828" y="1392189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5F1D0416-AF0F-B69F-C123-57035F6DD606}"/>
              </a:ext>
            </a:extLst>
          </p:cNvPr>
          <p:cNvCxnSpPr>
            <a:cxnSpLocks/>
          </p:cNvCxnSpPr>
          <p:nvPr/>
        </p:nvCxnSpPr>
        <p:spPr>
          <a:xfrm>
            <a:off x="8722417" y="1178506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4360E7DF-47CA-3065-3DA4-37E0610A70F8}"/>
              </a:ext>
            </a:extLst>
          </p:cNvPr>
          <p:cNvCxnSpPr>
            <a:cxnSpLocks/>
          </p:cNvCxnSpPr>
          <p:nvPr/>
        </p:nvCxnSpPr>
        <p:spPr>
          <a:xfrm>
            <a:off x="5786962" y="1159890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8" name="Picture 277">
            <a:extLst>
              <a:ext uri="{FF2B5EF4-FFF2-40B4-BE49-F238E27FC236}">
                <a16:creationId xmlns:a16="http://schemas.microsoft.com/office/drawing/2014/main" id="{61B8E525-DCC8-A4AB-0C97-1E005ADEA1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7792" y="1971164"/>
            <a:ext cx="1309517" cy="372909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12EE377E-4D9F-2A29-B0BD-BD5C94AECE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52669" y="1971164"/>
            <a:ext cx="1309517" cy="372909"/>
          </a:xfrm>
          <a:prstGeom prst="rect">
            <a:avLst/>
          </a:prstGeom>
        </p:spPr>
      </p:pic>
      <p:sp>
        <p:nvSpPr>
          <p:cNvPr id="280" name="TextBox 279">
            <a:extLst>
              <a:ext uri="{FF2B5EF4-FFF2-40B4-BE49-F238E27FC236}">
                <a16:creationId xmlns:a16="http://schemas.microsoft.com/office/drawing/2014/main" id="{3B4A9D74-1DD2-592A-9C8F-96526396FDD2}"/>
              </a:ext>
            </a:extLst>
          </p:cNvPr>
          <p:cNvSpPr txBox="1"/>
          <p:nvPr/>
        </p:nvSpPr>
        <p:spPr>
          <a:xfrm>
            <a:off x="1178310" y="2318435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C39B77C-6C3E-D8D2-050E-58CE0D6A624A}"/>
              </a:ext>
            </a:extLst>
          </p:cNvPr>
          <p:cNvSpPr txBox="1"/>
          <p:nvPr/>
        </p:nvSpPr>
        <p:spPr>
          <a:xfrm>
            <a:off x="7454615" y="2313183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E928172-BD52-25D7-61A3-A5806BC9BDB5}"/>
              </a:ext>
            </a:extLst>
          </p:cNvPr>
          <p:cNvSpPr txBox="1"/>
          <p:nvPr/>
        </p:nvSpPr>
        <p:spPr>
          <a:xfrm>
            <a:off x="5424557" y="231612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34F1E90-4321-B3D1-8F80-EBB0999504C1}"/>
              </a:ext>
            </a:extLst>
          </p:cNvPr>
          <p:cNvSpPr txBox="1"/>
          <p:nvPr/>
        </p:nvSpPr>
        <p:spPr>
          <a:xfrm>
            <a:off x="5170818" y="2562514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D9DA68ED-9D30-6FEF-7587-611D7818E93D}"/>
              </a:ext>
            </a:extLst>
          </p:cNvPr>
          <p:cNvCxnSpPr>
            <a:cxnSpLocks/>
          </p:cNvCxnSpPr>
          <p:nvPr/>
        </p:nvCxnSpPr>
        <p:spPr>
          <a:xfrm>
            <a:off x="2600078" y="2837475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CFB3F0D7-7416-DF98-0E44-BE9A99C30253}"/>
              </a:ext>
            </a:extLst>
          </p:cNvPr>
          <p:cNvSpPr txBox="1"/>
          <p:nvPr/>
        </p:nvSpPr>
        <p:spPr>
          <a:xfrm>
            <a:off x="862226" y="517170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4D31AD9A-17F9-E354-50DA-58364C3EDA2D}"/>
              </a:ext>
            </a:extLst>
          </p:cNvPr>
          <p:cNvSpPr txBox="1"/>
          <p:nvPr/>
        </p:nvSpPr>
        <p:spPr>
          <a:xfrm>
            <a:off x="2382311" y="5173294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E3302E4-509A-E6C6-AED0-098D26004F8E}"/>
              </a:ext>
            </a:extLst>
          </p:cNvPr>
          <p:cNvSpPr txBox="1"/>
          <p:nvPr/>
        </p:nvSpPr>
        <p:spPr>
          <a:xfrm>
            <a:off x="3986340" y="5207427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1E6FB245-882E-716A-EB01-AFE0C54D8FD8}"/>
              </a:ext>
            </a:extLst>
          </p:cNvPr>
          <p:cNvSpPr txBox="1"/>
          <p:nvPr/>
        </p:nvSpPr>
        <p:spPr>
          <a:xfrm>
            <a:off x="5590288" y="5191086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8A3540B-D123-E3C8-3A97-E5FB134D4F00}"/>
              </a:ext>
            </a:extLst>
          </p:cNvPr>
          <p:cNvSpPr txBox="1"/>
          <p:nvPr/>
        </p:nvSpPr>
        <p:spPr>
          <a:xfrm>
            <a:off x="-1066764" y="5166411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1F80A6F-61B8-2FED-0254-B60BF3286D48}"/>
              </a:ext>
            </a:extLst>
          </p:cNvPr>
          <p:cNvSpPr txBox="1"/>
          <p:nvPr/>
        </p:nvSpPr>
        <p:spPr>
          <a:xfrm>
            <a:off x="6976477" y="5166935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1DE23609-0B55-F82A-B585-383A64EAFF03}"/>
              </a:ext>
            </a:extLst>
          </p:cNvPr>
          <p:cNvCxnSpPr>
            <a:cxnSpLocks/>
          </p:cNvCxnSpPr>
          <p:nvPr/>
        </p:nvCxnSpPr>
        <p:spPr>
          <a:xfrm>
            <a:off x="161832" y="3939210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16A0D7B-7A96-05AA-9DD5-B5AD9670BAFD}"/>
              </a:ext>
            </a:extLst>
          </p:cNvPr>
          <p:cNvCxnSpPr>
            <a:cxnSpLocks/>
          </p:cNvCxnSpPr>
          <p:nvPr/>
        </p:nvCxnSpPr>
        <p:spPr>
          <a:xfrm flipV="1">
            <a:off x="51686" y="6205513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7293C240-50FE-9523-713F-87E6855FCEF9}"/>
              </a:ext>
            </a:extLst>
          </p:cNvPr>
          <p:cNvCxnSpPr>
            <a:cxnSpLocks/>
          </p:cNvCxnSpPr>
          <p:nvPr/>
        </p:nvCxnSpPr>
        <p:spPr>
          <a:xfrm>
            <a:off x="8722415" y="2756469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4" name="Elbow Connector 293">
            <a:extLst>
              <a:ext uri="{FF2B5EF4-FFF2-40B4-BE49-F238E27FC236}">
                <a16:creationId xmlns:a16="http://schemas.microsoft.com/office/drawing/2014/main" id="{5AB3B93C-37CE-7487-0894-0BA75354D8F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203067" y="394155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5" name="Elbow Connector 294">
            <a:extLst>
              <a:ext uri="{FF2B5EF4-FFF2-40B4-BE49-F238E27FC236}">
                <a16:creationId xmlns:a16="http://schemas.microsoft.com/office/drawing/2014/main" id="{E2EA5BF9-3DE3-451A-5087-C1FD38926E9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34091" y="395093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6" name="Elbow Connector 295">
            <a:extLst>
              <a:ext uri="{FF2B5EF4-FFF2-40B4-BE49-F238E27FC236}">
                <a16:creationId xmlns:a16="http://schemas.microsoft.com/office/drawing/2014/main" id="{6E751329-53BB-1AD1-3316-4BBE9F463F6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26841" y="394324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7" name="Elbow Connector 296">
            <a:extLst>
              <a:ext uri="{FF2B5EF4-FFF2-40B4-BE49-F238E27FC236}">
                <a16:creationId xmlns:a16="http://schemas.microsoft.com/office/drawing/2014/main" id="{45F40826-EF84-B219-3458-B36856354FE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75057" y="393841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8A564B35-ABF4-0C8B-B969-C6005D1C81E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64730" y="394201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9" name="Elbow Connector 298">
            <a:extLst>
              <a:ext uri="{FF2B5EF4-FFF2-40B4-BE49-F238E27FC236}">
                <a16:creationId xmlns:a16="http://schemas.microsoft.com/office/drawing/2014/main" id="{0B26E30F-288D-0E84-0CB8-1E859B1A6E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19567" y="394155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F919A5B1-AA43-9352-8690-251E80756B46}"/>
              </a:ext>
            </a:extLst>
          </p:cNvPr>
          <p:cNvSpPr txBox="1"/>
          <p:nvPr/>
        </p:nvSpPr>
        <p:spPr>
          <a:xfrm>
            <a:off x="3873540" y="7686781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415BD521-D3C0-FFB5-A5EA-D8CBCF567773}"/>
              </a:ext>
            </a:extLst>
          </p:cNvPr>
          <p:cNvSpPr txBox="1"/>
          <p:nvPr/>
        </p:nvSpPr>
        <p:spPr>
          <a:xfrm>
            <a:off x="5354716" y="7655387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36BBDD8F-B682-E632-5E6D-5CB28E200F81}"/>
              </a:ext>
            </a:extLst>
          </p:cNvPr>
          <p:cNvSpPr txBox="1"/>
          <p:nvPr/>
        </p:nvSpPr>
        <p:spPr>
          <a:xfrm>
            <a:off x="-1177056" y="7630729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28B07B16-870A-E97B-4575-7A9DE862757C}"/>
              </a:ext>
            </a:extLst>
          </p:cNvPr>
          <p:cNvSpPr txBox="1"/>
          <p:nvPr/>
        </p:nvSpPr>
        <p:spPr>
          <a:xfrm>
            <a:off x="6385739" y="7631253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D2849A9F-7421-341A-DD68-788E889C3CB1}"/>
              </a:ext>
            </a:extLst>
          </p:cNvPr>
          <p:cNvCxnSpPr>
            <a:cxnSpLocks/>
          </p:cNvCxnSpPr>
          <p:nvPr/>
        </p:nvCxnSpPr>
        <p:spPr>
          <a:xfrm>
            <a:off x="175526" y="6202052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5" name="Elbow Connector 304">
            <a:extLst>
              <a:ext uri="{FF2B5EF4-FFF2-40B4-BE49-F238E27FC236}">
                <a16:creationId xmlns:a16="http://schemas.microsoft.com/office/drawing/2014/main" id="{00CA8785-9129-DDEF-D895-2D7195A7680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612329" y="620440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6" name="Elbow Connector 305">
            <a:extLst>
              <a:ext uri="{FF2B5EF4-FFF2-40B4-BE49-F238E27FC236}">
                <a16:creationId xmlns:a16="http://schemas.microsoft.com/office/drawing/2014/main" id="{739BE4C8-A108-CC1B-9210-75B0420CADA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144830" y="621377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" name="Elbow Connector 306">
            <a:extLst>
              <a:ext uri="{FF2B5EF4-FFF2-40B4-BE49-F238E27FC236}">
                <a16:creationId xmlns:a16="http://schemas.microsoft.com/office/drawing/2014/main" id="{7E982CE1-9A51-24DF-B17B-8C67B71D9DE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739058" y="620608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" name="Elbow Connector 307">
            <a:extLst>
              <a:ext uri="{FF2B5EF4-FFF2-40B4-BE49-F238E27FC236}">
                <a16:creationId xmlns:a16="http://schemas.microsoft.com/office/drawing/2014/main" id="{D973FA57-7CEE-4CF2-A1D6-5911BF884C8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88751" y="620125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9" name="Elbow Connector 308">
            <a:extLst>
              <a:ext uri="{FF2B5EF4-FFF2-40B4-BE49-F238E27FC236}">
                <a16:creationId xmlns:a16="http://schemas.microsoft.com/office/drawing/2014/main" id="{5713B0B8-ED78-4965-8FB1-51953CC7802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51036" y="620485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0" name="Elbow Connector 309">
            <a:extLst>
              <a:ext uri="{FF2B5EF4-FFF2-40B4-BE49-F238E27FC236}">
                <a16:creationId xmlns:a16="http://schemas.microsoft.com/office/drawing/2014/main" id="{F73615DB-3925-7633-72D7-C2FD2D5651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05873" y="621989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11" name="Picture 310">
            <a:extLst>
              <a:ext uri="{FF2B5EF4-FFF2-40B4-BE49-F238E27FC236}">
                <a16:creationId xmlns:a16="http://schemas.microsoft.com/office/drawing/2014/main" id="{3128470B-A331-E055-F60E-005CE16934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774326" y="4591730"/>
            <a:ext cx="1309517" cy="372909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D6C4B9DB-C3B8-055D-93EF-0BC9C6594A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0497" y="4591730"/>
            <a:ext cx="1309517" cy="372909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52323404-8EA2-4198-C98C-71C9D6140FD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41236" y="4589233"/>
            <a:ext cx="1309517" cy="372909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BE2150A7-24D3-01B6-6FC4-7B71A64A5EB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72847" y="4589233"/>
            <a:ext cx="1309517" cy="372909"/>
          </a:xfrm>
          <a:prstGeom prst="rect">
            <a:avLst/>
          </a:prstGeom>
        </p:spPr>
      </p:pic>
      <p:pic>
        <p:nvPicPr>
          <p:cNvPr id="315" name="Picture 314">
            <a:extLst>
              <a:ext uri="{FF2B5EF4-FFF2-40B4-BE49-F238E27FC236}">
                <a16:creationId xmlns:a16="http://schemas.microsoft.com/office/drawing/2014/main" id="{44DC2C57-E1EE-CC34-5B00-1ADBB70C48E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26008" y="4570714"/>
            <a:ext cx="1309517" cy="372909"/>
          </a:xfrm>
          <a:prstGeom prst="rect">
            <a:avLst/>
          </a:prstGeom>
        </p:spPr>
      </p:pic>
      <p:pic>
        <p:nvPicPr>
          <p:cNvPr id="316" name="Picture 315">
            <a:extLst>
              <a:ext uri="{FF2B5EF4-FFF2-40B4-BE49-F238E27FC236}">
                <a16:creationId xmlns:a16="http://schemas.microsoft.com/office/drawing/2014/main" id="{4BBFD8DE-8A39-9F99-649E-5F6AE679C36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57619" y="4570714"/>
            <a:ext cx="1309517" cy="372909"/>
          </a:xfrm>
          <a:prstGeom prst="rect">
            <a:avLst/>
          </a:prstGeom>
        </p:spPr>
      </p:pic>
      <p:sp>
        <p:nvSpPr>
          <p:cNvPr id="317" name="TextBox 316">
            <a:extLst>
              <a:ext uri="{FF2B5EF4-FFF2-40B4-BE49-F238E27FC236}">
                <a16:creationId xmlns:a16="http://schemas.microsoft.com/office/drawing/2014/main" id="{98E954E1-CF5F-46BA-2AA6-73DC67BDB58D}"/>
              </a:ext>
            </a:extLst>
          </p:cNvPr>
          <p:cNvSpPr txBox="1"/>
          <p:nvPr/>
        </p:nvSpPr>
        <p:spPr>
          <a:xfrm>
            <a:off x="7646633" y="7618499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8101FF8B-F915-489B-A995-936E4669B0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915920" y="620089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" name="Elbow Connector 318">
            <a:extLst>
              <a:ext uri="{FF2B5EF4-FFF2-40B4-BE49-F238E27FC236}">
                <a16:creationId xmlns:a16="http://schemas.microsoft.com/office/drawing/2014/main" id="{180056CA-8388-2274-7FEE-95171BCA67B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37362" y="619844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0" name="Elbow Connector 319">
            <a:extLst>
              <a:ext uri="{FF2B5EF4-FFF2-40B4-BE49-F238E27FC236}">
                <a16:creationId xmlns:a16="http://schemas.microsoft.com/office/drawing/2014/main" id="{05E8C053-79F1-164A-B04F-E3397554DC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369312" y="619844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" name="Elbow Connector 320">
            <a:extLst>
              <a:ext uri="{FF2B5EF4-FFF2-40B4-BE49-F238E27FC236}">
                <a16:creationId xmlns:a16="http://schemas.microsoft.com/office/drawing/2014/main" id="{0EB7D9B6-62AF-8693-BB35-38CBEF9D60E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878475" y="621310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2" name="Picture 321">
            <a:extLst>
              <a:ext uri="{FF2B5EF4-FFF2-40B4-BE49-F238E27FC236}">
                <a16:creationId xmlns:a16="http://schemas.microsoft.com/office/drawing/2014/main" id="{72E70D8C-2E22-9238-CA8B-5F28824E43A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723005" y="7131973"/>
            <a:ext cx="1309517" cy="372908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12E390DC-B268-3F99-4379-175A6772472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51818" y="7131973"/>
            <a:ext cx="1309517" cy="372908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EB0652F3-6B32-6AD1-2D2A-C453C564406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92557" y="7129476"/>
            <a:ext cx="1309517" cy="372908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437C3248-CACD-676E-217E-812A224978B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045199" y="7129476"/>
            <a:ext cx="1309517" cy="372908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4C0383B5-9B01-AF20-10AB-73493251F509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43378" y="7110957"/>
            <a:ext cx="1309517" cy="372908"/>
          </a:xfrm>
          <a:prstGeom prst="rect">
            <a:avLst/>
          </a:prstGeom>
        </p:spPr>
      </p:pic>
      <p:pic>
        <p:nvPicPr>
          <p:cNvPr id="327" name="Picture 326">
            <a:extLst>
              <a:ext uri="{FF2B5EF4-FFF2-40B4-BE49-F238E27FC236}">
                <a16:creationId xmlns:a16="http://schemas.microsoft.com/office/drawing/2014/main" id="{5B3162F7-24A4-8046-B35F-FB13219736E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89010" y="7110957"/>
            <a:ext cx="1309517" cy="372908"/>
          </a:xfrm>
          <a:prstGeom prst="rect">
            <a:avLst/>
          </a:prstGeom>
        </p:spPr>
      </p:pic>
      <p:pic>
        <p:nvPicPr>
          <p:cNvPr id="328" name="Picture 327">
            <a:extLst>
              <a:ext uri="{FF2B5EF4-FFF2-40B4-BE49-F238E27FC236}">
                <a16:creationId xmlns:a16="http://schemas.microsoft.com/office/drawing/2014/main" id="{E8A48DCB-3194-3504-226E-71D5586A83C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111486" y="7106768"/>
            <a:ext cx="1309517" cy="372908"/>
          </a:xfrm>
          <a:prstGeom prst="rect">
            <a:avLst/>
          </a:prstGeom>
        </p:spPr>
      </p:pic>
      <p:pic>
        <p:nvPicPr>
          <p:cNvPr id="329" name="Picture 328">
            <a:extLst>
              <a:ext uri="{FF2B5EF4-FFF2-40B4-BE49-F238E27FC236}">
                <a16:creationId xmlns:a16="http://schemas.microsoft.com/office/drawing/2014/main" id="{945C69F6-AF33-408B-AE30-E3EE8E880E6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55641" y="7106768"/>
            <a:ext cx="1309517" cy="372908"/>
          </a:xfrm>
          <a:prstGeom prst="rect">
            <a:avLst/>
          </a:prstGeom>
        </p:spPr>
      </p:pic>
      <p:pic>
        <p:nvPicPr>
          <p:cNvPr id="330" name="Picture 329">
            <a:extLst>
              <a:ext uri="{FF2B5EF4-FFF2-40B4-BE49-F238E27FC236}">
                <a16:creationId xmlns:a16="http://schemas.microsoft.com/office/drawing/2014/main" id="{7F4F9E86-6AA1-4FD4-734B-2DD2A9EEA9D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53820" y="7088249"/>
            <a:ext cx="1309517" cy="372908"/>
          </a:xfrm>
          <a:prstGeom prst="rect">
            <a:avLst/>
          </a:prstGeom>
        </p:spPr>
      </p:pic>
      <p:pic>
        <p:nvPicPr>
          <p:cNvPr id="331" name="Picture 330">
            <a:extLst>
              <a:ext uri="{FF2B5EF4-FFF2-40B4-BE49-F238E27FC236}">
                <a16:creationId xmlns:a16="http://schemas.microsoft.com/office/drawing/2014/main" id="{86F0FB04-A561-31BF-9B9A-55E7B2EBF62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2199452" y="7088249"/>
            <a:ext cx="1309517" cy="372908"/>
          </a:xfrm>
          <a:prstGeom prst="rect">
            <a:avLst/>
          </a:prstGeom>
        </p:spPr>
      </p:pic>
      <p:sp>
        <p:nvSpPr>
          <p:cNvPr id="332" name="TextBox 331">
            <a:extLst>
              <a:ext uri="{FF2B5EF4-FFF2-40B4-BE49-F238E27FC236}">
                <a16:creationId xmlns:a16="http://schemas.microsoft.com/office/drawing/2014/main" id="{96500A23-3588-D50A-059F-C559264650D3}"/>
              </a:ext>
            </a:extLst>
          </p:cNvPr>
          <p:cNvSpPr txBox="1"/>
          <p:nvPr/>
        </p:nvSpPr>
        <p:spPr>
          <a:xfrm>
            <a:off x="517175" y="3299336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18447E61-EFBB-A1AF-C87F-26B5F9D8146A}"/>
              </a:ext>
            </a:extLst>
          </p:cNvPr>
          <p:cNvSpPr txBox="1"/>
          <p:nvPr/>
        </p:nvSpPr>
        <p:spPr>
          <a:xfrm>
            <a:off x="8995932" y="5632334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 CE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5986F17-404B-8D22-F31B-5FEECA5C3362}"/>
              </a:ext>
            </a:extLst>
          </p:cNvPr>
          <p:cNvSpPr/>
          <p:nvPr/>
        </p:nvSpPr>
        <p:spPr>
          <a:xfrm>
            <a:off x="-1234881" y="1005526"/>
            <a:ext cx="15254065" cy="7501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B9663658-504A-A558-6B44-F6FC2500C7CD}"/>
              </a:ext>
            </a:extLst>
          </p:cNvPr>
          <p:cNvCxnSpPr>
            <a:cxnSpLocks/>
          </p:cNvCxnSpPr>
          <p:nvPr/>
        </p:nvCxnSpPr>
        <p:spPr>
          <a:xfrm>
            <a:off x="2571261" y="1241401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C400AD6-EF57-4DEC-336C-EBBBFE4A86A4}"/>
              </a:ext>
            </a:extLst>
          </p:cNvPr>
          <p:cNvCxnSpPr>
            <a:cxnSpLocks/>
          </p:cNvCxnSpPr>
          <p:nvPr/>
        </p:nvCxnSpPr>
        <p:spPr>
          <a:xfrm>
            <a:off x="2592615" y="1162713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7" name="Picture 336">
            <a:extLst>
              <a:ext uri="{FF2B5EF4-FFF2-40B4-BE49-F238E27FC236}">
                <a16:creationId xmlns:a16="http://schemas.microsoft.com/office/drawing/2014/main" id="{A8B981E7-D433-2438-804B-F5478AAC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8894" y="2060701"/>
            <a:ext cx="1309525" cy="372909"/>
          </a:xfrm>
          <a:prstGeom prst="rect">
            <a:avLst/>
          </a:prstGeom>
        </p:spPr>
      </p:pic>
      <p:sp>
        <p:nvSpPr>
          <p:cNvPr id="338" name="TextBox 337">
            <a:extLst>
              <a:ext uri="{FF2B5EF4-FFF2-40B4-BE49-F238E27FC236}">
                <a16:creationId xmlns:a16="http://schemas.microsoft.com/office/drawing/2014/main" id="{1EA87163-AC60-DF2F-EE70-367944EE7FA1}"/>
              </a:ext>
            </a:extLst>
          </p:cNvPr>
          <p:cNvSpPr txBox="1"/>
          <p:nvPr/>
        </p:nvSpPr>
        <p:spPr>
          <a:xfrm>
            <a:off x="3452279" y="812255"/>
            <a:ext cx="990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Level 1</a:t>
            </a:r>
          </a:p>
        </p:txBody>
      </p: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DD322A55-D3FB-5A82-D00E-AB524E759367}"/>
              </a:ext>
            </a:extLst>
          </p:cNvPr>
          <p:cNvCxnSpPr>
            <a:cxnSpLocks/>
          </p:cNvCxnSpPr>
          <p:nvPr/>
        </p:nvCxnSpPr>
        <p:spPr>
          <a:xfrm>
            <a:off x="8722417" y="1268043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003563AE-37D9-1E43-8A9A-0958AABAE314}"/>
              </a:ext>
            </a:extLst>
          </p:cNvPr>
          <p:cNvCxnSpPr>
            <a:cxnSpLocks/>
          </p:cNvCxnSpPr>
          <p:nvPr/>
        </p:nvCxnSpPr>
        <p:spPr>
          <a:xfrm>
            <a:off x="5786962" y="124942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1" name="Picture 340">
            <a:extLst>
              <a:ext uri="{FF2B5EF4-FFF2-40B4-BE49-F238E27FC236}">
                <a16:creationId xmlns:a16="http://schemas.microsoft.com/office/drawing/2014/main" id="{B19F405C-A3A7-E7AF-ED98-453FFAEAC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7792" y="2060701"/>
            <a:ext cx="1309517" cy="372909"/>
          </a:xfrm>
          <a:prstGeom prst="rect">
            <a:avLst/>
          </a:prstGeom>
        </p:spPr>
      </p:pic>
      <p:sp>
        <p:nvSpPr>
          <p:cNvPr id="343" name="TextBox 342">
            <a:extLst>
              <a:ext uri="{FF2B5EF4-FFF2-40B4-BE49-F238E27FC236}">
                <a16:creationId xmlns:a16="http://schemas.microsoft.com/office/drawing/2014/main" id="{E8E9E80B-4EF9-425B-1724-44FDFE6C8866}"/>
              </a:ext>
            </a:extLst>
          </p:cNvPr>
          <p:cNvSpPr txBox="1"/>
          <p:nvPr/>
        </p:nvSpPr>
        <p:spPr>
          <a:xfrm>
            <a:off x="1178312" y="2407972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3FD01C80-1364-7EFC-732D-120F4F004CEF}"/>
              </a:ext>
            </a:extLst>
          </p:cNvPr>
          <p:cNvSpPr txBox="1"/>
          <p:nvPr/>
        </p:nvSpPr>
        <p:spPr>
          <a:xfrm>
            <a:off x="7454615" y="2402720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A99AFF67-8B62-F6B1-96B4-F51B878D88B0}"/>
              </a:ext>
            </a:extLst>
          </p:cNvPr>
          <p:cNvSpPr txBox="1"/>
          <p:nvPr/>
        </p:nvSpPr>
        <p:spPr>
          <a:xfrm>
            <a:off x="5424557" y="240566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BCC69666-CE3A-9A04-9639-73C14E47D1CF}"/>
              </a:ext>
            </a:extLst>
          </p:cNvPr>
          <p:cNvSpPr txBox="1"/>
          <p:nvPr/>
        </p:nvSpPr>
        <p:spPr>
          <a:xfrm>
            <a:off x="5170818" y="2652051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B2F50180-9F22-A0E1-94A8-DFEF63EDC24A}"/>
              </a:ext>
            </a:extLst>
          </p:cNvPr>
          <p:cNvCxnSpPr>
            <a:cxnSpLocks/>
          </p:cNvCxnSpPr>
          <p:nvPr/>
        </p:nvCxnSpPr>
        <p:spPr>
          <a:xfrm>
            <a:off x="2600078" y="2927012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57964500-76A6-6ACE-FEC4-6EBC3AA8D1B5}"/>
              </a:ext>
            </a:extLst>
          </p:cNvPr>
          <p:cNvSpPr txBox="1"/>
          <p:nvPr/>
        </p:nvSpPr>
        <p:spPr>
          <a:xfrm>
            <a:off x="862226" y="5261240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07BBBB3-917B-9BF5-5CB7-7FA34C3D71D8}"/>
              </a:ext>
            </a:extLst>
          </p:cNvPr>
          <p:cNvSpPr txBox="1"/>
          <p:nvPr/>
        </p:nvSpPr>
        <p:spPr>
          <a:xfrm>
            <a:off x="2382311" y="5262831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F9DEF8D3-491A-DBFB-73EC-06FE1E5A38D6}"/>
              </a:ext>
            </a:extLst>
          </p:cNvPr>
          <p:cNvSpPr txBox="1"/>
          <p:nvPr/>
        </p:nvSpPr>
        <p:spPr>
          <a:xfrm>
            <a:off x="3986340" y="5296964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3BDD5BA9-BE62-5FEF-564C-B8EB5B3DB631}"/>
              </a:ext>
            </a:extLst>
          </p:cNvPr>
          <p:cNvSpPr txBox="1"/>
          <p:nvPr/>
        </p:nvSpPr>
        <p:spPr>
          <a:xfrm>
            <a:off x="5590288" y="528062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C1B20BC-8024-F830-6F96-0B9D786EEB42}"/>
              </a:ext>
            </a:extLst>
          </p:cNvPr>
          <p:cNvSpPr txBox="1"/>
          <p:nvPr/>
        </p:nvSpPr>
        <p:spPr>
          <a:xfrm>
            <a:off x="-1066764" y="5255948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97B06983-FEC4-58F5-C554-C134FFF9A01F}"/>
              </a:ext>
            </a:extLst>
          </p:cNvPr>
          <p:cNvSpPr txBox="1"/>
          <p:nvPr/>
        </p:nvSpPr>
        <p:spPr>
          <a:xfrm>
            <a:off x="6976477" y="5256472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68C4065F-C36F-E77D-0ACC-398BD8872002}"/>
              </a:ext>
            </a:extLst>
          </p:cNvPr>
          <p:cNvCxnSpPr>
            <a:cxnSpLocks/>
          </p:cNvCxnSpPr>
          <p:nvPr/>
        </p:nvCxnSpPr>
        <p:spPr>
          <a:xfrm>
            <a:off x="161832" y="4028747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D5F68A42-6CB7-C029-381E-CE2A7543269F}"/>
              </a:ext>
            </a:extLst>
          </p:cNvPr>
          <p:cNvCxnSpPr>
            <a:cxnSpLocks/>
          </p:cNvCxnSpPr>
          <p:nvPr/>
        </p:nvCxnSpPr>
        <p:spPr>
          <a:xfrm flipV="1">
            <a:off x="51686" y="6295050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89FBCE08-1097-4C19-EA1A-5306A8D7EA39}"/>
              </a:ext>
            </a:extLst>
          </p:cNvPr>
          <p:cNvCxnSpPr>
            <a:cxnSpLocks/>
          </p:cNvCxnSpPr>
          <p:nvPr/>
        </p:nvCxnSpPr>
        <p:spPr>
          <a:xfrm>
            <a:off x="8722415" y="2846006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7" name="Elbow Connector 356">
            <a:extLst>
              <a:ext uri="{FF2B5EF4-FFF2-40B4-BE49-F238E27FC236}">
                <a16:creationId xmlns:a16="http://schemas.microsoft.com/office/drawing/2014/main" id="{C119C95D-5365-7794-6A2B-D6EBC8438F8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203067" y="403109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8" name="Elbow Connector 357">
            <a:extLst>
              <a:ext uri="{FF2B5EF4-FFF2-40B4-BE49-F238E27FC236}">
                <a16:creationId xmlns:a16="http://schemas.microsoft.com/office/drawing/2014/main" id="{BA56E8A9-97A2-135D-FF57-63EC9EF33C6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34091" y="404047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9" name="Elbow Connector 358">
            <a:extLst>
              <a:ext uri="{FF2B5EF4-FFF2-40B4-BE49-F238E27FC236}">
                <a16:creationId xmlns:a16="http://schemas.microsoft.com/office/drawing/2014/main" id="{93932CC0-209D-BF0C-1332-A3B30F17A32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26841" y="403278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0" name="Elbow Connector 359">
            <a:extLst>
              <a:ext uri="{FF2B5EF4-FFF2-40B4-BE49-F238E27FC236}">
                <a16:creationId xmlns:a16="http://schemas.microsoft.com/office/drawing/2014/main" id="{BD6BFD52-F338-20A0-234A-54161178AE2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75057" y="402795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1" name="Elbow Connector 360">
            <a:extLst>
              <a:ext uri="{FF2B5EF4-FFF2-40B4-BE49-F238E27FC236}">
                <a16:creationId xmlns:a16="http://schemas.microsoft.com/office/drawing/2014/main" id="{73AE6F46-1B6D-4BE0-E7A7-D4CE1EFFF38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64730" y="403154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2" name="Elbow Connector 361">
            <a:extLst>
              <a:ext uri="{FF2B5EF4-FFF2-40B4-BE49-F238E27FC236}">
                <a16:creationId xmlns:a16="http://schemas.microsoft.com/office/drawing/2014/main" id="{150A9775-E5ED-0DE2-8F21-45F3AA9E57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19567" y="403109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036CB748-A294-C792-5D95-B9D57303188A}"/>
              </a:ext>
            </a:extLst>
          </p:cNvPr>
          <p:cNvSpPr txBox="1"/>
          <p:nvPr/>
        </p:nvSpPr>
        <p:spPr>
          <a:xfrm>
            <a:off x="960149" y="7734333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single-core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4A8E1EBB-0A9D-8E66-9BA9-64FB3FA8F5B6}"/>
              </a:ext>
            </a:extLst>
          </p:cNvPr>
          <p:cNvSpPr txBox="1"/>
          <p:nvPr/>
        </p:nvSpPr>
        <p:spPr>
          <a:xfrm>
            <a:off x="2473779" y="7765484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double-core CE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2610A007-F1BD-EE03-2E5E-126B16E7F8F4}"/>
              </a:ext>
            </a:extLst>
          </p:cNvPr>
          <p:cNvSpPr txBox="1"/>
          <p:nvPr/>
        </p:nvSpPr>
        <p:spPr>
          <a:xfrm>
            <a:off x="3873540" y="7776318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 + SMT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F0D6C73B-F30E-7BE4-6923-C1EBED6BF4C4}"/>
              </a:ext>
            </a:extLst>
          </p:cNvPr>
          <p:cNvSpPr txBox="1"/>
          <p:nvPr/>
        </p:nvSpPr>
        <p:spPr>
          <a:xfrm>
            <a:off x="5354716" y="7744924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CE+CE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6101B82-636B-CC8D-2975-4CCC2838400A}"/>
              </a:ext>
            </a:extLst>
          </p:cNvPr>
          <p:cNvSpPr txBox="1"/>
          <p:nvPr/>
        </p:nvSpPr>
        <p:spPr>
          <a:xfrm>
            <a:off x="-1177056" y="7720266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  <a:p>
            <a:pPr algn="ctr"/>
            <a:r>
              <a:rPr lang="en-US" dirty="0"/>
              <a:t>(SMT+CE)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CE3E7F42-5B47-DA22-2C7E-38BEDA605053}"/>
              </a:ext>
            </a:extLst>
          </p:cNvPr>
          <p:cNvSpPr txBox="1"/>
          <p:nvPr/>
        </p:nvSpPr>
        <p:spPr>
          <a:xfrm>
            <a:off x="6385739" y="7720790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</a:t>
            </a:r>
            <a:endParaRPr lang="en-US" sz="1200" dirty="0"/>
          </a:p>
        </p:txBody>
      </p: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6CA6E3DA-A0B6-AE25-62F8-8C8DBEC58901}"/>
              </a:ext>
            </a:extLst>
          </p:cNvPr>
          <p:cNvCxnSpPr>
            <a:cxnSpLocks/>
          </p:cNvCxnSpPr>
          <p:nvPr/>
        </p:nvCxnSpPr>
        <p:spPr>
          <a:xfrm>
            <a:off x="175526" y="6291589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0" name="Elbow Connector 369">
            <a:extLst>
              <a:ext uri="{FF2B5EF4-FFF2-40B4-BE49-F238E27FC236}">
                <a16:creationId xmlns:a16="http://schemas.microsoft.com/office/drawing/2014/main" id="{69E90F62-6CB6-1610-F054-BECA7482735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612329" y="62939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D3E0078F-719F-1C4A-7CE8-926B358914F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144830" y="630331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115554CA-111F-381B-A4D4-EF75420D30C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739058" y="629562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612D51BF-20B7-9A23-81EE-A368E9EEE6B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88751" y="629079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4" name="Elbow Connector 373">
            <a:extLst>
              <a:ext uri="{FF2B5EF4-FFF2-40B4-BE49-F238E27FC236}">
                <a16:creationId xmlns:a16="http://schemas.microsoft.com/office/drawing/2014/main" id="{D1D25AE7-78E3-59A3-F55C-2FBE4191FBD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51036" y="629439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4C9F931-E70D-CEC2-7F35-60A2C8DD8603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05873" y="632576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6" name="Picture 375">
            <a:extLst>
              <a:ext uri="{FF2B5EF4-FFF2-40B4-BE49-F238E27FC236}">
                <a16:creationId xmlns:a16="http://schemas.microsoft.com/office/drawing/2014/main" id="{DDF4A626-A8AB-3CA9-981B-31B284A92D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774326" y="4681267"/>
            <a:ext cx="1309517" cy="372909"/>
          </a:xfrm>
          <a:prstGeom prst="rect">
            <a:avLst/>
          </a:prstGeom>
        </p:spPr>
      </p:pic>
      <p:pic>
        <p:nvPicPr>
          <p:cNvPr id="377" name="Picture 376">
            <a:extLst>
              <a:ext uri="{FF2B5EF4-FFF2-40B4-BE49-F238E27FC236}">
                <a16:creationId xmlns:a16="http://schemas.microsoft.com/office/drawing/2014/main" id="{0351D259-4ADC-E911-981A-78919241FF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0497" y="4681267"/>
            <a:ext cx="1309517" cy="372909"/>
          </a:xfrm>
          <a:prstGeom prst="rect">
            <a:avLst/>
          </a:prstGeom>
        </p:spPr>
      </p:pic>
      <p:pic>
        <p:nvPicPr>
          <p:cNvPr id="378" name="Picture 377">
            <a:extLst>
              <a:ext uri="{FF2B5EF4-FFF2-40B4-BE49-F238E27FC236}">
                <a16:creationId xmlns:a16="http://schemas.microsoft.com/office/drawing/2014/main" id="{8B867D58-7573-9C36-1234-C5084C526D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41236" y="4678770"/>
            <a:ext cx="1309517" cy="372909"/>
          </a:xfrm>
          <a:prstGeom prst="rect">
            <a:avLst/>
          </a:prstGeom>
        </p:spPr>
      </p:pic>
      <p:pic>
        <p:nvPicPr>
          <p:cNvPr id="379" name="Picture 378">
            <a:extLst>
              <a:ext uri="{FF2B5EF4-FFF2-40B4-BE49-F238E27FC236}">
                <a16:creationId xmlns:a16="http://schemas.microsoft.com/office/drawing/2014/main" id="{73B1369C-2EC5-D6DB-4A0E-4399527F5E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72847" y="4678770"/>
            <a:ext cx="1309517" cy="372909"/>
          </a:xfrm>
          <a:prstGeom prst="rect">
            <a:avLst/>
          </a:prstGeom>
        </p:spPr>
      </p:pic>
      <p:pic>
        <p:nvPicPr>
          <p:cNvPr id="380" name="Picture 379">
            <a:extLst>
              <a:ext uri="{FF2B5EF4-FFF2-40B4-BE49-F238E27FC236}">
                <a16:creationId xmlns:a16="http://schemas.microsoft.com/office/drawing/2014/main" id="{541405F0-B810-12C5-39C0-2A0CDF192D4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26008" y="4660251"/>
            <a:ext cx="1309517" cy="372909"/>
          </a:xfrm>
          <a:prstGeom prst="rect">
            <a:avLst/>
          </a:prstGeom>
        </p:spPr>
      </p:pic>
      <p:pic>
        <p:nvPicPr>
          <p:cNvPr id="381" name="Picture 380">
            <a:extLst>
              <a:ext uri="{FF2B5EF4-FFF2-40B4-BE49-F238E27FC236}">
                <a16:creationId xmlns:a16="http://schemas.microsoft.com/office/drawing/2014/main" id="{F9964700-B707-3B95-9543-64322EF57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57619" y="4660251"/>
            <a:ext cx="1309517" cy="372909"/>
          </a:xfrm>
          <a:prstGeom prst="rect">
            <a:avLst/>
          </a:prstGeom>
        </p:spPr>
      </p:pic>
      <p:sp>
        <p:nvSpPr>
          <p:cNvPr id="382" name="TextBox 381">
            <a:extLst>
              <a:ext uri="{FF2B5EF4-FFF2-40B4-BE49-F238E27FC236}">
                <a16:creationId xmlns:a16="http://schemas.microsoft.com/office/drawing/2014/main" id="{9E52A4C8-1307-ED99-A716-E8D5E6EB6043}"/>
              </a:ext>
            </a:extLst>
          </p:cNvPr>
          <p:cNvSpPr txBox="1"/>
          <p:nvPr/>
        </p:nvSpPr>
        <p:spPr>
          <a:xfrm>
            <a:off x="7646633" y="7708036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CE+NON</a:t>
            </a:r>
            <a:endParaRPr lang="en-US" sz="1200" dirty="0"/>
          </a:p>
        </p:txBody>
      </p:sp>
      <p:cxnSp>
        <p:nvCxnSpPr>
          <p:cNvPr id="383" name="Elbow Connector 382">
            <a:extLst>
              <a:ext uri="{FF2B5EF4-FFF2-40B4-BE49-F238E27FC236}">
                <a16:creationId xmlns:a16="http://schemas.microsoft.com/office/drawing/2014/main" id="{404C8467-6E11-4518-2E08-CBFBF11586E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915920" y="62904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4" name="Elbow Connector 383">
            <a:extLst>
              <a:ext uri="{FF2B5EF4-FFF2-40B4-BE49-F238E27FC236}">
                <a16:creationId xmlns:a16="http://schemas.microsoft.com/office/drawing/2014/main" id="{EDEA4524-84C8-C829-1FC7-060FE2BC09F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37362" y="630431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C5203C96-0092-CB3E-6B00-4D39E820104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369312" y="628798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6" name="Elbow Connector 385">
            <a:extLst>
              <a:ext uri="{FF2B5EF4-FFF2-40B4-BE49-F238E27FC236}">
                <a16:creationId xmlns:a16="http://schemas.microsoft.com/office/drawing/2014/main" id="{0878191B-2519-2DEB-26A7-0951BF542E5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878475" y="628631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7" name="TextBox 386">
            <a:extLst>
              <a:ext uri="{FF2B5EF4-FFF2-40B4-BE49-F238E27FC236}">
                <a16:creationId xmlns:a16="http://schemas.microsoft.com/office/drawing/2014/main" id="{BCF1E8B6-C0C0-E8DE-3724-86189DD99003}"/>
              </a:ext>
            </a:extLst>
          </p:cNvPr>
          <p:cNvSpPr txBox="1"/>
          <p:nvPr/>
        </p:nvSpPr>
        <p:spPr>
          <a:xfrm>
            <a:off x="8961055" y="7761201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radiative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094ABBC0-BCF7-2DE4-7F0E-D9939E2E7A03}"/>
              </a:ext>
            </a:extLst>
          </p:cNvPr>
          <p:cNvSpPr txBox="1"/>
          <p:nvPr/>
        </p:nvSpPr>
        <p:spPr>
          <a:xfrm>
            <a:off x="11756872" y="7752723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sz="1200" dirty="0"/>
              <a:t>with CE 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1D29B38-6250-068A-87C4-F54CA144321B}"/>
              </a:ext>
            </a:extLst>
          </p:cNvPr>
          <p:cNvSpPr txBox="1"/>
          <p:nvPr/>
        </p:nvSpPr>
        <p:spPr>
          <a:xfrm>
            <a:off x="10424758" y="7738051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convective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pic>
        <p:nvPicPr>
          <p:cNvPr id="390" name="Picture 389">
            <a:extLst>
              <a:ext uri="{FF2B5EF4-FFF2-40B4-BE49-F238E27FC236}">
                <a16:creationId xmlns:a16="http://schemas.microsoft.com/office/drawing/2014/main" id="{AC988F88-0640-3960-1471-55041FA6171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723005" y="7221510"/>
            <a:ext cx="1309517" cy="372908"/>
          </a:xfrm>
          <a:prstGeom prst="rect">
            <a:avLst/>
          </a:prstGeom>
        </p:spPr>
      </p:pic>
      <p:pic>
        <p:nvPicPr>
          <p:cNvPr id="391" name="Picture 390">
            <a:extLst>
              <a:ext uri="{FF2B5EF4-FFF2-40B4-BE49-F238E27FC236}">
                <a16:creationId xmlns:a16="http://schemas.microsoft.com/office/drawing/2014/main" id="{9DFCCD6D-A20B-1709-A368-4F980F931B1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51818" y="7221510"/>
            <a:ext cx="1309517" cy="372908"/>
          </a:xfrm>
          <a:prstGeom prst="rect">
            <a:avLst/>
          </a:prstGeom>
        </p:spPr>
      </p:pic>
      <p:pic>
        <p:nvPicPr>
          <p:cNvPr id="392" name="Picture 391">
            <a:extLst>
              <a:ext uri="{FF2B5EF4-FFF2-40B4-BE49-F238E27FC236}">
                <a16:creationId xmlns:a16="http://schemas.microsoft.com/office/drawing/2014/main" id="{5735583F-12C8-6289-7C47-3D774222F09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92557" y="7219013"/>
            <a:ext cx="1309517" cy="372908"/>
          </a:xfrm>
          <a:prstGeom prst="rect">
            <a:avLst/>
          </a:prstGeom>
        </p:spPr>
      </p:pic>
      <p:pic>
        <p:nvPicPr>
          <p:cNvPr id="393" name="Picture 392">
            <a:extLst>
              <a:ext uri="{FF2B5EF4-FFF2-40B4-BE49-F238E27FC236}">
                <a16:creationId xmlns:a16="http://schemas.microsoft.com/office/drawing/2014/main" id="{432938D7-C5F0-D205-F6A1-D3611F3ADEE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045199" y="7219013"/>
            <a:ext cx="1309517" cy="372908"/>
          </a:xfrm>
          <a:prstGeom prst="rect">
            <a:avLst/>
          </a:prstGeom>
        </p:spPr>
      </p:pic>
      <p:pic>
        <p:nvPicPr>
          <p:cNvPr id="394" name="Picture 393">
            <a:extLst>
              <a:ext uri="{FF2B5EF4-FFF2-40B4-BE49-F238E27FC236}">
                <a16:creationId xmlns:a16="http://schemas.microsoft.com/office/drawing/2014/main" id="{C3CC8DFA-55C7-1AE9-72B3-EA804213008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43378" y="7200494"/>
            <a:ext cx="1309517" cy="372908"/>
          </a:xfrm>
          <a:prstGeom prst="rect">
            <a:avLst/>
          </a:prstGeom>
        </p:spPr>
      </p:pic>
      <p:pic>
        <p:nvPicPr>
          <p:cNvPr id="395" name="Picture 394">
            <a:extLst>
              <a:ext uri="{FF2B5EF4-FFF2-40B4-BE49-F238E27FC236}">
                <a16:creationId xmlns:a16="http://schemas.microsoft.com/office/drawing/2014/main" id="{D2BE5622-CB83-9CCF-04F3-9CD972C8845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89010" y="7200494"/>
            <a:ext cx="1309517" cy="372908"/>
          </a:xfrm>
          <a:prstGeom prst="rect">
            <a:avLst/>
          </a:prstGeom>
        </p:spPr>
      </p:pic>
      <p:pic>
        <p:nvPicPr>
          <p:cNvPr id="396" name="Picture 395">
            <a:extLst>
              <a:ext uri="{FF2B5EF4-FFF2-40B4-BE49-F238E27FC236}">
                <a16:creationId xmlns:a16="http://schemas.microsoft.com/office/drawing/2014/main" id="{5A7EF8EC-E9C2-D22D-4341-B8EA655CC48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111486" y="7196305"/>
            <a:ext cx="1309517" cy="372908"/>
          </a:xfrm>
          <a:prstGeom prst="rect">
            <a:avLst/>
          </a:prstGeom>
        </p:spPr>
      </p:pic>
      <p:pic>
        <p:nvPicPr>
          <p:cNvPr id="397" name="Picture 396">
            <a:extLst>
              <a:ext uri="{FF2B5EF4-FFF2-40B4-BE49-F238E27FC236}">
                <a16:creationId xmlns:a16="http://schemas.microsoft.com/office/drawing/2014/main" id="{BF245AC3-68C4-E52F-1630-C2A1FF0B488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55641" y="7196305"/>
            <a:ext cx="1309517" cy="372908"/>
          </a:xfrm>
          <a:prstGeom prst="rect">
            <a:avLst/>
          </a:prstGeom>
        </p:spPr>
      </p:pic>
      <p:pic>
        <p:nvPicPr>
          <p:cNvPr id="398" name="Picture 397">
            <a:extLst>
              <a:ext uri="{FF2B5EF4-FFF2-40B4-BE49-F238E27FC236}">
                <a16:creationId xmlns:a16="http://schemas.microsoft.com/office/drawing/2014/main" id="{2FB22E32-FE33-5D30-E3E2-543D747C72E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53820" y="7177786"/>
            <a:ext cx="1309517" cy="372908"/>
          </a:xfrm>
          <a:prstGeom prst="rect">
            <a:avLst/>
          </a:prstGeom>
        </p:spPr>
      </p:pic>
      <p:pic>
        <p:nvPicPr>
          <p:cNvPr id="399" name="Picture 398">
            <a:extLst>
              <a:ext uri="{FF2B5EF4-FFF2-40B4-BE49-F238E27FC236}">
                <a16:creationId xmlns:a16="http://schemas.microsoft.com/office/drawing/2014/main" id="{E1F81C84-6F1C-8B2D-B989-47B51326A6D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2199452" y="7177786"/>
            <a:ext cx="1309517" cy="372908"/>
          </a:xfrm>
          <a:prstGeom prst="rect">
            <a:avLst/>
          </a:prstGeom>
        </p:spPr>
      </p:pic>
      <p:sp>
        <p:nvSpPr>
          <p:cNvPr id="400" name="TextBox 399">
            <a:extLst>
              <a:ext uri="{FF2B5EF4-FFF2-40B4-BE49-F238E27FC236}">
                <a16:creationId xmlns:a16="http://schemas.microsoft.com/office/drawing/2014/main" id="{98806A48-DC61-916B-1611-9B3332E0DF20}"/>
              </a:ext>
            </a:extLst>
          </p:cNvPr>
          <p:cNvSpPr txBox="1"/>
          <p:nvPr/>
        </p:nvSpPr>
        <p:spPr>
          <a:xfrm>
            <a:off x="-154017" y="3650130"/>
            <a:ext cx="2318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Level 2 without CE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77277077-A116-BBDD-D22E-59F488B83B77}"/>
              </a:ext>
            </a:extLst>
          </p:cNvPr>
          <p:cNvSpPr txBox="1"/>
          <p:nvPr/>
        </p:nvSpPr>
        <p:spPr>
          <a:xfrm>
            <a:off x="9540241" y="5868829"/>
            <a:ext cx="1930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Level 2 with CE</a:t>
            </a:r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124E6490-3B2D-5E97-DE13-8F72B746688B}"/>
              </a:ext>
            </a:extLst>
          </p:cNvPr>
          <p:cNvCxnSpPr>
            <a:cxnSpLocks/>
          </p:cNvCxnSpPr>
          <p:nvPr/>
        </p:nvCxnSpPr>
        <p:spPr>
          <a:xfrm flipV="1">
            <a:off x="5785828" y="898071"/>
            <a:ext cx="0" cy="50550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FBC833C-9D1D-23E1-29C0-CE994FFB880E}"/>
              </a:ext>
            </a:extLst>
          </p:cNvPr>
          <p:cNvSpPr txBox="1"/>
          <p:nvPr/>
        </p:nvSpPr>
        <p:spPr>
          <a:xfrm>
            <a:off x="3373020" y="351003"/>
            <a:ext cx="482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mergers from isolated binary evolution</a:t>
            </a:r>
          </a:p>
        </p:txBody>
      </p:sp>
    </p:spTree>
    <p:extLst>
      <p:ext uri="{BB962C8B-B14F-4D97-AF65-F5344CB8AC3E}">
        <p14:creationId xmlns:p14="http://schemas.microsoft.com/office/powerpoint/2010/main" val="380528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6555-93EA-8EE5-F696-B3E173A7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716236B-EB80-15C7-6A9C-0CC6CEDD3537}"/>
              </a:ext>
            </a:extLst>
          </p:cNvPr>
          <p:cNvGrpSpPr/>
          <p:nvPr/>
        </p:nvGrpSpPr>
        <p:grpSpPr>
          <a:xfrm>
            <a:off x="-511863" y="12813534"/>
            <a:ext cx="15267635" cy="7591794"/>
            <a:chOff x="-1544603" y="614657"/>
            <a:chExt cx="15267635" cy="7591794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BB13A1E-BE86-2C09-1E29-29C5C56C4F4A}"/>
                </a:ext>
              </a:extLst>
            </p:cNvPr>
            <p:cNvSpPr/>
            <p:nvPr/>
          </p:nvSpPr>
          <p:spPr>
            <a:xfrm>
              <a:off x="-1544603" y="614657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7466803-AD1A-9F1F-A2ED-6A41AA6B186A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39" y="85053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FB48210-E798-2BC1-9241-1A2BA116BFCA}"/>
                </a:ext>
              </a:extLst>
            </p:cNvPr>
            <p:cNvCxnSpPr>
              <a:cxnSpLocks/>
            </p:cNvCxnSpPr>
            <p:nvPr/>
          </p:nvCxnSpPr>
          <p:spPr>
            <a:xfrm>
              <a:off x="2253934" y="843982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88A1D665-F533-5953-BEBF-5A340D2FF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599172" y="1669832"/>
              <a:ext cx="1309525" cy="37290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87D3E3B-8615-572A-D3C2-A9497066727D}"/>
                </a:ext>
              </a:extLst>
            </p:cNvPr>
            <p:cNvSpPr txBox="1"/>
            <p:nvPr/>
          </p:nvSpPr>
          <p:spPr>
            <a:xfrm>
              <a:off x="-424550" y="1090857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08B47CA-FF30-06B7-9626-13F9F9CDF8A5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5" y="877174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CE811E-4AC1-763E-A53A-FC8E98A2C6BB}"/>
                </a:ext>
              </a:extLst>
            </p:cNvPr>
            <p:cNvCxnSpPr>
              <a:cxnSpLocks/>
            </p:cNvCxnSpPr>
            <p:nvPr/>
          </p:nvCxnSpPr>
          <p:spPr>
            <a:xfrm>
              <a:off x="5477240" y="858558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8918EF-928A-F7C1-1151-77EC56C8C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08070" y="1669832"/>
              <a:ext cx="1309517" cy="3729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9C9E82-9091-4892-C420-29E431AEC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42947" y="1669832"/>
              <a:ext cx="1309517" cy="37290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D517DB-D480-9FE1-6F75-A97D8B946628}"/>
                </a:ext>
              </a:extLst>
            </p:cNvPr>
            <p:cNvSpPr txBox="1"/>
            <p:nvPr/>
          </p:nvSpPr>
          <p:spPr>
            <a:xfrm>
              <a:off x="868588" y="2017103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BB14AC-5248-9B31-06B8-B9D1240EB901}"/>
                </a:ext>
              </a:extLst>
            </p:cNvPr>
            <p:cNvSpPr txBox="1"/>
            <p:nvPr/>
          </p:nvSpPr>
          <p:spPr>
            <a:xfrm>
              <a:off x="7144893" y="2011851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9422EE-C3CC-354B-7702-3F719E980B2D}"/>
                </a:ext>
              </a:extLst>
            </p:cNvPr>
            <p:cNvSpPr txBox="1"/>
            <p:nvPr/>
          </p:nvSpPr>
          <p:spPr>
            <a:xfrm>
              <a:off x="5114835" y="201479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9A75F40-2CE7-4213-30D5-922FEC27A154}"/>
                </a:ext>
              </a:extLst>
            </p:cNvPr>
            <p:cNvSpPr txBox="1"/>
            <p:nvPr/>
          </p:nvSpPr>
          <p:spPr>
            <a:xfrm>
              <a:off x="4861096" y="2261182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3360294-7DDD-D406-73AD-5E1208CA795E}"/>
                </a:ext>
              </a:extLst>
            </p:cNvPr>
            <p:cNvCxnSpPr>
              <a:cxnSpLocks/>
            </p:cNvCxnSpPr>
            <p:nvPr/>
          </p:nvCxnSpPr>
          <p:spPr>
            <a:xfrm>
              <a:off x="2290356" y="2536143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3269AF2-6524-B7C4-0356-9FB83C952699}"/>
                </a:ext>
              </a:extLst>
            </p:cNvPr>
            <p:cNvSpPr txBox="1"/>
            <p:nvPr/>
          </p:nvSpPr>
          <p:spPr>
            <a:xfrm>
              <a:off x="552504" y="4870371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3DB346C-BE08-F844-DB93-0F05583320E3}"/>
                </a:ext>
              </a:extLst>
            </p:cNvPr>
            <p:cNvSpPr txBox="1"/>
            <p:nvPr/>
          </p:nvSpPr>
          <p:spPr>
            <a:xfrm>
              <a:off x="2072589" y="487196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8AB4C07-412F-5259-F3C4-38E9B833865D}"/>
                </a:ext>
              </a:extLst>
            </p:cNvPr>
            <p:cNvSpPr txBox="1"/>
            <p:nvPr/>
          </p:nvSpPr>
          <p:spPr>
            <a:xfrm>
              <a:off x="3676618" y="490609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BB4D2DC-56AD-B2CD-1841-7DDCB5830859}"/>
                </a:ext>
              </a:extLst>
            </p:cNvPr>
            <p:cNvSpPr txBox="1"/>
            <p:nvPr/>
          </p:nvSpPr>
          <p:spPr>
            <a:xfrm>
              <a:off x="5280566" y="488975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8F5C101-E48B-BD83-72B2-6D8F528167CA}"/>
                </a:ext>
              </a:extLst>
            </p:cNvPr>
            <p:cNvSpPr txBox="1"/>
            <p:nvPr/>
          </p:nvSpPr>
          <p:spPr>
            <a:xfrm>
              <a:off x="-1376486" y="4865079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817204A-B620-53F9-FD47-8617E7BC78CE}"/>
                </a:ext>
              </a:extLst>
            </p:cNvPr>
            <p:cNvSpPr txBox="1"/>
            <p:nvPr/>
          </p:nvSpPr>
          <p:spPr>
            <a:xfrm>
              <a:off x="6666755" y="4865603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C9DD593-F78B-FF79-7D3E-2FAB0DD70665}"/>
                </a:ext>
              </a:extLst>
            </p:cNvPr>
            <p:cNvCxnSpPr>
              <a:cxnSpLocks/>
            </p:cNvCxnSpPr>
            <p:nvPr/>
          </p:nvCxnSpPr>
          <p:spPr>
            <a:xfrm>
              <a:off x="-147890" y="363787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A2E191D-56E1-845A-AF21-3C018138D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58036" y="5904181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D37E17B-521E-4A93-FAD4-D1F126E3A91D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3" y="2455137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B1DC1A25-B390-EC3E-0F98-8BA40B45AA2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893345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FD01F02F-A6F4-8F18-D904-376B202A429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24369" y="364960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FF051BB-3256-635F-3374-F14ED0707B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17119" y="36419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2B0523CD-AEFD-A6BD-20DB-BBE77B74432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65335" y="363708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5F295B07-B6C1-9DF4-16DD-9EA4FBEBC6E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74452" y="364068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877193EE-0711-391A-C903-5F6B7C8B919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29289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C0872C6-97B7-EAE8-075C-2B8F1A1CA35C}"/>
                </a:ext>
              </a:extLst>
            </p:cNvPr>
            <p:cNvSpPr txBox="1"/>
            <p:nvPr/>
          </p:nvSpPr>
          <p:spPr>
            <a:xfrm>
              <a:off x="3563818" y="738544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35D3CDF-70B5-0910-9017-4FE23BB9BC6E}"/>
                </a:ext>
              </a:extLst>
            </p:cNvPr>
            <p:cNvSpPr txBox="1"/>
            <p:nvPr/>
          </p:nvSpPr>
          <p:spPr>
            <a:xfrm>
              <a:off x="5044994" y="735405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B8BE569-7A0C-48E6-21CF-C0DFCFE190DA}"/>
                </a:ext>
              </a:extLst>
            </p:cNvPr>
            <p:cNvSpPr txBox="1"/>
            <p:nvPr/>
          </p:nvSpPr>
          <p:spPr>
            <a:xfrm>
              <a:off x="-1486778" y="732939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F10813-A4CB-469A-8373-4AE3E81B14D1}"/>
                </a:ext>
              </a:extLst>
            </p:cNvPr>
            <p:cNvSpPr txBox="1"/>
            <p:nvPr/>
          </p:nvSpPr>
          <p:spPr>
            <a:xfrm>
              <a:off x="6076017" y="7329921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0C7BE62-0A33-42B1-3ABE-C9026927FFDC}"/>
                </a:ext>
              </a:extLst>
            </p:cNvPr>
            <p:cNvCxnSpPr>
              <a:cxnSpLocks/>
            </p:cNvCxnSpPr>
            <p:nvPr/>
          </p:nvCxnSpPr>
          <p:spPr>
            <a:xfrm>
              <a:off x="-134196" y="5900720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Elbow Connector 99">
              <a:extLst>
                <a:ext uri="{FF2B5EF4-FFF2-40B4-BE49-F238E27FC236}">
                  <a16:creationId xmlns:a16="http://schemas.microsoft.com/office/drawing/2014/main" id="{78A7586F-0166-30B6-5232-30DDBAEE5D3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02607" y="59030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Elbow Connector 100">
              <a:extLst>
                <a:ext uri="{FF2B5EF4-FFF2-40B4-BE49-F238E27FC236}">
                  <a16:creationId xmlns:a16="http://schemas.microsoft.com/office/drawing/2014/main" id="{A40CEBBE-EA9E-7E87-1397-A2299CB7A73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35108" y="591244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B630B930-6B92-C79B-72DA-D4151C43375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29336" y="590475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Elbow Connector 102">
              <a:extLst>
                <a:ext uri="{FF2B5EF4-FFF2-40B4-BE49-F238E27FC236}">
                  <a16:creationId xmlns:a16="http://schemas.microsoft.com/office/drawing/2014/main" id="{65DF4120-2F3F-638F-31B8-D4B794BBBC2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9029" y="589992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C84EF650-0084-05D3-71BE-3CB145A0D1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758" y="590352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3F62A279-21D3-ABAB-9DA3-F53568BB387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595" y="59185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1BD72576-0ACC-B0BE-4C92-46172401B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84048" y="4290398"/>
              <a:ext cx="1309517" cy="372909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3EAB259A-56EB-77B2-D3A3-F6C14915C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0775" y="4290398"/>
              <a:ext cx="1309517" cy="372909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B7493D36-E441-D26C-0D21-36FB8141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31514" y="4287901"/>
              <a:ext cx="1309517" cy="372909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80F61853-FB3E-0C76-E534-0983D5BFF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63125" y="4287901"/>
              <a:ext cx="1309517" cy="372909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4126511A-F71D-85BD-613E-E94AD848A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16286" y="4269382"/>
              <a:ext cx="1309517" cy="372909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6A4201EC-CC7B-625D-56EE-F1E35F4AB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47897" y="4269382"/>
              <a:ext cx="1309517" cy="372909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79121A7-06DE-EEC6-EA2E-A9D57EA0BFDE}"/>
                </a:ext>
              </a:extLst>
            </p:cNvPr>
            <p:cNvSpPr txBox="1"/>
            <p:nvPr/>
          </p:nvSpPr>
          <p:spPr>
            <a:xfrm>
              <a:off x="7336911" y="731716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8ABDF244-AB76-117A-E6C2-0201EDE9247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06198" y="58995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3153CA01-D66C-093E-5323-9D9757ACCE3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27640" y="589711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CA3C702D-EDEA-885E-3100-E2485AF952A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59590" y="589711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1FD9573A-E94A-6061-93A7-1D2FA16F4A8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68753" y="591177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770C7C03-0A93-1A3A-1360-9088C6F6F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32727" y="6830641"/>
              <a:ext cx="1309517" cy="37290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43B970A8-4A15-DF66-902A-D3C014FC2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42096" y="6830641"/>
              <a:ext cx="1309517" cy="37290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25FFCBA-A7E5-8850-90AF-69A14181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82835" y="6828144"/>
              <a:ext cx="1309517" cy="372908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E8CD364F-1F81-AC74-632E-4BFB3CFF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35477" y="6828144"/>
              <a:ext cx="1309517" cy="372908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78347D25-3981-D42D-C464-8A2EFF47B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33656" y="6809625"/>
              <a:ext cx="1309517" cy="372908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DE200E88-E9AC-8EEC-D946-281129BBC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79288" y="6809625"/>
              <a:ext cx="1309517" cy="372908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81139D6D-3261-216A-FFD4-4BF786D6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01764" y="6805436"/>
              <a:ext cx="1309517" cy="372908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83149D55-F82A-B16F-731D-FE4C94C21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45919" y="6805436"/>
              <a:ext cx="1309517" cy="372908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F7D92012-51AC-1AD4-B166-825F184FE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44098" y="6786917"/>
              <a:ext cx="1309517" cy="372908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A4C1C3A5-80CE-F22A-CCD1-355568A93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889730" y="6786917"/>
              <a:ext cx="1309517" cy="372908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FD94150-3D92-E0A1-7EF7-6F20BF7D2B9E}"/>
                </a:ext>
              </a:extLst>
            </p:cNvPr>
            <p:cNvSpPr txBox="1"/>
            <p:nvPr/>
          </p:nvSpPr>
          <p:spPr>
            <a:xfrm>
              <a:off x="207453" y="2998004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1FBA16E-1F04-2043-F906-5A461170E5E8}"/>
                </a:ext>
              </a:extLst>
            </p:cNvPr>
            <p:cNvSpPr txBox="1"/>
            <p:nvPr/>
          </p:nvSpPr>
          <p:spPr>
            <a:xfrm>
              <a:off x="8686210" y="5331002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3FB47F2-2573-9174-C11E-3916902D02F5}"/>
                </a:ext>
              </a:extLst>
            </p:cNvPr>
            <p:cNvSpPr/>
            <p:nvPr/>
          </p:nvSpPr>
          <p:spPr>
            <a:xfrm>
              <a:off x="-1531033" y="615255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2E14119-5BF5-EF0E-DA2A-5688610713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851130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EA4E864-2BC7-B9EE-1C45-BB30746C60FF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844580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F7D7CA73-72A3-ED89-6725-ABC4C49E5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670430"/>
              <a:ext cx="1309525" cy="372909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FEA7F7E-0FE2-D3A7-64D2-994667D99441}"/>
                </a:ext>
              </a:extLst>
            </p:cNvPr>
            <p:cNvSpPr txBox="1"/>
            <p:nvPr/>
          </p:nvSpPr>
          <p:spPr>
            <a:xfrm>
              <a:off x="-410980" y="1091455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4335A07F-3C81-6D35-1D05-B33B9268F99D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87777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5D93DCA1-AA00-C56F-457B-CAE1E8DA53C8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859156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B54CA135-7BD4-C862-92E4-568FEE6E4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670430"/>
              <a:ext cx="1309517" cy="372909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70F8DB73-C45C-693C-C9D8-AD76C3A71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670430"/>
              <a:ext cx="1309517" cy="372909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6AAA7EC-3EDE-B763-18F7-86D697B7FAD5}"/>
                </a:ext>
              </a:extLst>
            </p:cNvPr>
            <p:cNvSpPr txBox="1"/>
            <p:nvPr/>
          </p:nvSpPr>
          <p:spPr>
            <a:xfrm>
              <a:off x="882158" y="2017701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26DCB90-1197-F1EB-8F5A-8B82FA09571A}"/>
                </a:ext>
              </a:extLst>
            </p:cNvPr>
            <p:cNvSpPr txBox="1"/>
            <p:nvPr/>
          </p:nvSpPr>
          <p:spPr>
            <a:xfrm>
              <a:off x="7158463" y="2012449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D743D06-20D5-6B92-BDE6-95FBD43C4F9D}"/>
                </a:ext>
              </a:extLst>
            </p:cNvPr>
            <p:cNvSpPr txBox="1"/>
            <p:nvPr/>
          </p:nvSpPr>
          <p:spPr>
            <a:xfrm>
              <a:off x="5128405" y="201539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A3A62A5-1F57-9FE4-56FB-6530DC84F9F6}"/>
                </a:ext>
              </a:extLst>
            </p:cNvPr>
            <p:cNvSpPr txBox="1"/>
            <p:nvPr/>
          </p:nvSpPr>
          <p:spPr>
            <a:xfrm>
              <a:off x="4874666" y="2261780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A175021-8CD8-597E-108D-9591EBBC51A4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536741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B1D1B3D-37F7-1986-40D2-867982228D63}"/>
                </a:ext>
              </a:extLst>
            </p:cNvPr>
            <p:cNvSpPr txBox="1"/>
            <p:nvPr/>
          </p:nvSpPr>
          <p:spPr>
            <a:xfrm>
              <a:off x="566074" y="487096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590F2B6-1F34-75B4-E780-9167F4672C96}"/>
                </a:ext>
              </a:extLst>
            </p:cNvPr>
            <p:cNvSpPr txBox="1"/>
            <p:nvPr/>
          </p:nvSpPr>
          <p:spPr>
            <a:xfrm>
              <a:off x="2086159" y="487256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12D3C04-F9BA-6C33-1754-4EFB785B9151}"/>
                </a:ext>
              </a:extLst>
            </p:cNvPr>
            <p:cNvSpPr txBox="1"/>
            <p:nvPr/>
          </p:nvSpPr>
          <p:spPr>
            <a:xfrm>
              <a:off x="3690188" y="490669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A003FC2C-9BAC-8F3A-D4D3-F04AC1F529E2}"/>
                </a:ext>
              </a:extLst>
            </p:cNvPr>
            <p:cNvSpPr txBox="1"/>
            <p:nvPr/>
          </p:nvSpPr>
          <p:spPr>
            <a:xfrm>
              <a:off x="5294136" y="489035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931B78D-56E2-77D5-7D54-B51DA4C58D04}"/>
                </a:ext>
              </a:extLst>
            </p:cNvPr>
            <p:cNvSpPr txBox="1"/>
            <p:nvPr/>
          </p:nvSpPr>
          <p:spPr>
            <a:xfrm>
              <a:off x="-1362916" y="486567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AD3F851-50CB-F8B8-2D39-BB050BB7922A}"/>
                </a:ext>
              </a:extLst>
            </p:cNvPr>
            <p:cNvSpPr txBox="1"/>
            <p:nvPr/>
          </p:nvSpPr>
          <p:spPr>
            <a:xfrm>
              <a:off x="6680325" y="4866201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BF3D1A4F-4B08-12DD-0766-42A546837392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638476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B7B9674-DCD0-9D5C-4E3F-2A49ED316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04779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40957547-5A80-F346-3974-2639CA901111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455735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Elbow Connector 155">
              <a:extLst>
                <a:ext uri="{FF2B5EF4-FFF2-40B4-BE49-F238E27FC236}">
                  <a16:creationId xmlns:a16="http://schemas.microsoft.com/office/drawing/2014/main" id="{3EE7CE53-6386-B6FE-A053-F25A3382DFC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Elbow Connector 156">
              <a:extLst>
                <a:ext uri="{FF2B5EF4-FFF2-40B4-BE49-F238E27FC236}">
                  <a16:creationId xmlns:a16="http://schemas.microsoft.com/office/drawing/2014/main" id="{A424C34D-467D-DFCC-7155-1DCBE86C941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65020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Elbow Connector 157">
              <a:extLst>
                <a:ext uri="{FF2B5EF4-FFF2-40B4-BE49-F238E27FC236}">
                  <a16:creationId xmlns:a16="http://schemas.microsoft.com/office/drawing/2014/main" id="{2861DDCB-FEE2-0066-AD3C-DF2C22E2BAA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64250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Elbow Connector 158">
              <a:extLst>
                <a:ext uri="{FF2B5EF4-FFF2-40B4-BE49-F238E27FC236}">
                  <a16:creationId xmlns:a16="http://schemas.microsoft.com/office/drawing/2014/main" id="{BC35DA07-3E69-4193-5FC6-96990E74E8D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6376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Elbow Connector 159">
              <a:extLst>
                <a:ext uri="{FF2B5EF4-FFF2-40B4-BE49-F238E27FC236}">
                  <a16:creationId xmlns:a16="http://schemas.microsoft.com/office/drawing/2014/main" id="{065DF724-4A04-B38E-0F3C-4CF7ADDDA27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64127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Elbow Connector 160">
              <a:extLst>
                <a:ext uri="{FF2B5EF4-FFF2-40B4-BE49-F238E27FC236}">
                  <a16:creationId xmlns:a16="http://schemas.microsoft.com/office/drawing/2014/main" id="{BAB92DF5-B72A-1E37-ABA6-172D2E2515A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00287FE-5E3B-07D9-AE06-707271CA34D5}"/>
                </a:ext>
              </a:extLst>
            </p:cNvPr>
            <p:cNvSpPr txBox="1"/>
            <p:nvPr/>
          </p:nvSpPr>
          <p:spPr>
            <a:xfrm>
              <a:off x="3577388" y="738604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04F8705-BE13-5BF0-9C62-FACB7F59CC0A}"/>
                </a:ext>
              </a:extLst>
            </p:cNvPr>
            <p:cNvSpPr txBox="1"/>
            <p:nvPr/>
          </p:nvSpPr>
          <p:spPr>
            <a:xfrm>
              <a:off x="5058564" y="735465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DAAC237-AA4E-7A09-116B-76EA67809E55}"/>
                </a:ext>
              </a:extLst>
            </p:cNvPr>
            <p:cNvSpPr txBox="1"/>
            <p:nvPr/>
          </p:nvSpPr>
          <p:spPr>
            <a:xfrm>
              <a:off x="-1473208" y="732999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2697EEC-251F-88B3-A0A6-E2DBD2EC0B02}"/>
                </a:ext>
              </a:extLst>
            </p:cNvPr>
            <p:cNvSpPr txBox="1"/>
            <p:nvPr/>
          </p:nvSpPr>
          <p:spPr>
            <a:xfrm>
              <a:off x="6089587" y="7330519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5BE34B96-C3AA-05B5-4276-7C982E38843E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0131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Elbow Connector 168">
              <a:extLst>
                <a:ext uri="{FF2B5EF4-FFF2-40B4-BE49-F238E27FC236}">
                  <a16:creationId xmlns:a16="http://schemas.microsoft.com/office/drawing/2014/main" id="{BB942949-0B73-896C-D84D-C00818DA093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036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Elbow Connector 169">
              <a:extLst>
                <a:ext uri="{FF2B5EF4-FFF2-40B4-BE49-F238E27FC236}">
                  <a16:creationId xmlns:a16="http://schemas.microsoft.com/office/drawing/2014/main" id="{FF4EDAD4-F897-A793-1901-41E7D59D808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591304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Elbow Connector 170">
              <a:extLst>
                <a:ext uri="{FF2B5EF4-FFF2-40B4-BE49-F238E27FC236}">
                  <a16:creationId xmlns:a16="http://schemas.microsoft.com/office/drawing/2014/main" id="{11C5BD32-A118-69DF-EB15-49874C7441C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0535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Elbow Connector 171">
              <a:extLst>
                <a:ext uri="{FF2B5EF4-FFF2-40B4-BE49-F238E27FC236}">
                  <a16:creationId xmlns:a16="http://schemas.microsoft.com/office/drawing/2014/main" id="{41AC5E11-06FF-4311-4E5E-1B008D62435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0052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A0ACC49E-FE1E-4464-8501-7EABA0098F3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0412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Elbow Connector 173">
              <a:extLst>
                <a:ext uri="{FF2B5EF4-FFF2-40B4-BE49-F238E27FC236}">
                  <a16:creationId xmlns:a16="http://schemas.microsoft.com/office/drawing/2014/main" id="{17CDB839-CF35-134E-39E5-61A6D099F2C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59191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E1B137BC-FF54-0EFC-7B51-C1F149F2A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290996"/>
              <a:ext cx="1309517" cy="372909"/>
            </a:xfrm>
            <a:prstGeom prst="rect">
              <a:avLst/>
            </a:prstGeom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362C5B44-4233-1D0B-ADBE-FF4F529EF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290996"/>
              <a:ext cx="1309517" cy="372909"/>
            </a:xfrm>
            <a:prstGeom prst="rect">
              <a:avLst/>
            </a:prstGeom>
          </p:spPr>
        </p:pic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5E283393-97AA-9413-4973-68D8D7BCA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288499"/>
              <a:ext cx="1309517" cy="372909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6DD427A1-D674-D420-DF49-D6C497F48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288499"/>
              <a:ext cx="1309517" cy="372909"/>
            </a:xfrm>
            <a:prstGeom prst="rect">
              <a:avLst/>
            </a:prstGeom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55862FB6-D277-32B7-9F06-71BA4CE74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269980"/>
              <a:ext cx="1309517" cy="37290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522B86DB-1F55-5512-F133-8EC379DA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269980"/>
              <a:ext cx="1309517" cy="372909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19D4C15-77FF-CD11-2AFA-A07CE22696A0}"/>
                </a:ext>
              </a:extLst>
            </p:cNvPr>
            <p:cNvSpPr txBox="1"/>
            <p:nvPr/>
          </p:nvSpPr>
          <p:spPr>
            <a:xfrm>
              <a:off x="7350481" y="731776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82" name="Elbow Connector 181">
              <a:extLst>
                <a:ext uri="{FF2B5EF4-FFF2-40B4-BE49-F238E27FC236}">
                  <a16:creationId xmlns:a16="http://schemas.microsoft.com/office/drawing/2014/main" id="{295121F8-BBF2-1E71-383E-D92B81ABE33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0016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Elbow Connector 182">
              <a:extLst>
                <a:ext uri="{FF2B5EF4-FFF2-40B4-BE49-F238E27FC236}">
                  <a16:creationId xmlns:a16="http://schemas.microsoft.com/office/drawing/2014/main" id="{47508728-0B8C-471B-37AE-174D01AA813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8977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Elbow Connector 183">
              <a:extLst>
                <a:ext uri="{FF2B5EF4-FFF2-40B4-BE49-F238E27FC236}">
                  <a16:creationId xmlns:a16="http://schemas.microsoft.com/office/drawing/2014/main" id="{4145ACF2-3505-F658-C813-A0017A23C70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89771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Elbow Connector 184">
              <a:extLst>
                <a:ext uri="{FF2B5EF4-FFF2-40B4-BE49-F238E27FC236}">
                  <a16:creationId xmlns:a16="http://schemas.microsoft.com/office/drawing/2014/main" id="{B1E8E222-9971-BE80-B5BC-E746B0F835E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59123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915578A0-5159-9909-0954-922B1216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831239"/>
              <a:ext cx="1309517" cy="372908"/>
            </a:xfrm>
            <a:prstGeom prst="rect">
              <a:avLst/>
            </a:prstGeom>
          </p:spPr>
        </p:pic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E0DA4D05-741A-041B-37BF-4C52C061F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831239"/>
              <a:ext cx="1309517" cy="372908"/>
            </a:xfrm>
            <a:prstGeom prst="rect">
              <a:avLst/>
            </a:prstGeom>
          </p:spPr>
        </p:pic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E4B53135-0336-4F27-7E3F-F3C129BA7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828742"/>
              <a:ext cx="1309517" cy="372908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E16881F3-8DE3-A500-80E0-890CB7254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828742"/>
              <a:ext cx="1309517" cy="372908"/>
            </a:xfrm>
            <a:prstGeom prst="rect">
              <a:avLst/>
            </a:prstGeom>
          </p:spPr>
        </p:pic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3D0C82E3-8DF2-EAD4-BA88-EC611E647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10223"/>
              <a:ext cx="1309517" cy="372908"/>
            </a:xfrm>
            <a:prstGeom prst="rect">
              <a:avLst/>
            </a:prstGeom>
          </p:spPr>
        </p:pic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99A36D4F-5CB2-B4F2-18CC-35F185292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10223"/>
              <a:ext cx="1309517" cy="372908"/>
            </a:xfrm>
            <a:prstGeom prst="rect">
              <a:avLst/>
            </a:prstGeom>
          </p:spPr>
        </p:pic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52198A1E-FFC2-518C-F593-59C367B28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06034"/>
              <a:ext cx="1309517" cy="372908"/>
            </a:xfrm>
            <a:prstGeom prst="rect">
              <a:avLst/>
            </a:prstGeom>
          </p:spPr>
        </p:pic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3772DB00-E4C2-FCA6-096F-C8A3C5C95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06034"/>
              <a:ext cx="1309517" cy="372908"/>
            </a:xfrm>
            <a:prstGeom prst="rect">
              <a:avLst/>
            </a:prstGeom>
          </p:spPr>
        </p:pic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37385670-EF26-98AE-91D0-28DC57AC0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787515"/>
              <a:ext cx="1309517" cy="372908"/>
            </a:xfrm>
            <a:prstGeom prst="rect">
              <a:avLst/>
            </a:prstGeom>
          </p:spPr>
        </p:pic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BC256D3B-8F4A-48C8-BB13-7619192AE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787515"/>
              <a:ext cx="1309517" cy="372908"/>
            </a:xfrm>
            <a:prstGeom prst="rect">
              <a:avLst/>
            </a:prstGeom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3BDDF9D-97F8-B4AF-619E-802E7D9DF136}"/>
                </a:ext>
              </a:extLst>
            </p:cNvPr>
            <p:cNvSpPr txBox="1"/>
            <p:nvPr/>
          </p:nvSpPr>
          <p:spPr>
            <a:xfrm>
              <a:off x="221023" y="2998602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D31CB82-0DED-0219-505A-C29F94542774}"/>
                </a:ext>
              </a:extLst>
            </p:cNvPr>
            <p:cNvSpPr txBox="1"/>
            <p:nvPr/>
          </p:nvSpPr>
          <p:spPr>
            <a:xfrm>
              <a:off x="8699780" y="5331600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CC4283F6-3F15-1BB9-30FE-F3A308605919}"/>
                </a:ext>
              </a:extLst>
            </p:cNvPr>
            <p:cNvSpPr/>
            <p:nvPr/>
          </p:nvSpPr>
          <p:spPr>
            <a:xfrm>
              <a:off x="-1531033" y="704792"/>
              <a:ext cx="15254065" cy="7501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4F804091-115E-B6BE-D89B-3DC55A8AC6B2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940667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D11B7C04-8048-1703-EEA0-961985C77A90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934117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EF15B3E4-EDB6-1E01-ACC7-4EAAE6457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759967"/>
              <a:ext cx="1309525" cy="372909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F923944-C06D-E0A6-7F69-4F4E15A312D1}"/>
                </a:ext>
              </a:extLst>
            </p:cNvPr>
            <p:cNvSpPr txBox="1"/>
            <p:nvPr/>
          </p:nvSpPr>
          <p:spPr>
            <a:xfrm>
              <a:off x="-410980" y="1180992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6BD26D81-4935-22B4-F9A7-A7D1C305431E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967309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E03D0920-FDA5-D267-E347-A2E8419D446B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948693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E91EFFEE-0958-2B5F-5628-9B38D504B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759967"/>
              <a:ext cx="1309517" cy="372909"/>
            </a:xfrm>
            <a:prstGeom prst="rect">
              <a:avLst/>
            </a:prstGeom>
          </p:spPr>
        </p:pic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48ED288E-B40E-0E60-FF88-F60D55D7A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759967"/>
              <a:ext cx="1309517" cy="372909"/>
            </a:xfrm>
            <a:prstGeom prst="rect">
              <a:avLst/>
            </a:prstGeom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38364172-810E-9E0A-B9C9-365CB438444C}"/>
                </a:ext>
              </a:extLst>
            </p:cNvPr>
            <p:cNvSpPr txBox="1"/>
            <p:nvPr/>
          </p:nvSpPr>
          <p:spPr>
            <a:xfrm>
              <a:off x="882158" y="2107238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AF018EEE-1C18-2865-6DB1-E97643F42B93}"/>
                </a:ext>
              </a:extLst>
            </p:cNvPr>
            <p:cNvSpPr txBox="1"/>
            <p:nvPr/>
          </p:nvSpPr>
          <p:spPr>
            <a:xfrm>
              <a:off x="7158463" y="2101986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C0A6D8C8-0727-27AA-E3B3-6F3C4A716593}"/>
                </a:ext>
              </a:extLst>
            </p:cNvPr>
            <p:cNvSpPr txBox="1"/>
            <p:nvPr/>
          </p:nvSpPr>
          <p:spPr>
            <a:xfrm>
              <a:off x="5128405" y="210492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D89786A-4BC7-206D-2E8C-2A62049DB58F}"/>
                </a:ext>
              </a:extLst>
            </p:cNvPr>
            <p:cNvSpPr txBox="1"/>
            <p:nvPr/>
          </p:nvSpPr>
          <p:spPr>
            <a:xfrm>
              <a:off x="4874666" y="2351317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B720AAC7-9E0E-4859-691D-E6BBCDB0DC3F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626278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BCA38113-3D11-8893-C040-634D7E0D0230}"/>
                </a:ext>
              </a:extLst>
            </p:cNvPr>
            <p:cNvSpPr txBox="1"/>
            <p:nvPr/>
          </p:nvSpPr>
          <p:spPr>
            <a:xfrm>
              <a:off x="566074" y="4960506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B51A6FE-3B34-95BB-59C5-6549CDC7F1F9}"/>
                </a:ext>
              </a:extLst>
            </p:cNvPr>
            <p:cNvSpPr txBox="1"/>
            <p:nvPr/>
          </p:nvSpPr>
          <p:spPr>
            <a:xfrm>
              <a:off x="2086159" y="496209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6553DC1-8ADF-D233-A7D0-B5964215C1DB}"/>
                </a:ext>
              </a:extLst>
            </p:cNvPr>
            <p:cNvSpPr txBox="1"/>
            <p:nvPr/>
          </p:nvSpPr>
          <p:spPr>
            <a:xfrm>
              <a:off x="3690188" y="499623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3473868-5083-88CA-BA44-61C5E7491F01}"/>
                </a:ext>
              </a:extLst>
            </p:cNvPr>
            <p:cNvSpPr txBox="1"/>
            <p:nvPr/>
          </p:nvSpPr>
          <p:spPr>
            <a:xfrm>
              <a:off x="5294136" y="497988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211253B-1CA2-D4E8-6D30-5DA95B5030FB}"/>
                </a:ext>
              </a:extLst>
            </p:cNvPr>
            <p:cNvSpPr txBox="1"/>
            <p:nvPr/>
          </p:nvSpPr>
          <p:spPr>
            <a:xfrm>
              <a:off x="-1362916" y="4955214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798AD10-D022-9BF9-F3FA-6F3D5FD431E0}"/>
                </a:ext>
              </a:extLst>
            </p:cNvPr>
            <p:cNvSpPr txBox="1"/>
            <p:nvPr/>
          </p:nvSpPr>
          <p:spPr>
            <a:xfrm>
              <a:off x="6680325" y="4955738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DC6E4957-9FF4-C3CA-6795-0675DA6325F6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728013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065D0552-4E82-4060-179B-7DA347A127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94316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F0752DF8-F8E2-3C3D-1680-E126843C998F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545272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Elbow Connector 223">
              <a:extLst>
                <a:ext uri="{FF2B5EF4-FFF2-40B4-BE49-F238E27FC236}">
                  <a16:creationId xmlns:a16="http://schemas.microsoft.com/office/drawing/2014/main" id="{F490F2BF-A17D-83ED-72FF-35243392E76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Elbow Connector 224">
              <a:extLst>
                <a:ext uri="{FF2B5EF4-FFF2-40B4-BE49-F238E27FC236}">
                  <a16:creationId xmlns:a16="http://schemas.microsoft.com/office/drawing/2014/main" id="{CE656506-D5F5-E05B-4DDF-A1B17A8A10F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73974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DE201F4B-EA53-529C-D905-082262AE90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73204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Elbow Connector 226">
              <a:extLst>
                <a:ext uri="{FF2B5EF4-FFF2-40B4-BE49-F238E27FC236}">
                  <a16:creationId xmlns:a16="http://schemas.microsoft.com/office/drawing/2014/main" id="{0C0D8E10-2A20-5784-EBFA-31EA0C0FD8D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72721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Elbow Connector 227">
              <a:extLst>
                <a:ext uri="{FF2B5EF4-FFF2-40B4-BE49-F238E27FC236}">
                  <a16:creationId xmlns:a16="http://schemas.microsoft.com/office/drawing/2014/main" id="{A2DA7FE0-E535-ABCC-CAFD-E1E9655C4A0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73081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FBB21B14-5144-C7F3-1995-28BB832B1A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1B68E74B-360B-D1E2-83AA-BF68B1795CAA}"/>
                </a:ext>
              </a:extLst>
            </p:cNvPr>
            <p:cNvSpPr txBox="1"/>
            <p:nvPr/>
          </p:nvSpPr>
          <p:spPr>
            <a:xfrm>
              <a:off x="663997" y="7433599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single-core </a:t>
              </a:r>
              <a:br>
                <a:rPr lang="en-US" dirty="0"/>
              </a:br>
              <a:r>
                <a:rPr lang="en-US" dirty="0"/>
                <a:t>CE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70BAD40C-6683-A072-B581-E3BE88D576F8}"/>
                </a:ext>
              </a:extLst>
            </p:cNvPr>
            <p:cNvSpPr txBox="1"/>
            <p:nvPr/>
          </p:nvSpPr>
          <p:spPr>
            <a:xfrm>
              <a:off x="2177627" y="7464750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double-core CE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CA06BDE5-046B-7175-D00F-FCF5E0E67AD2}"/>
                </a:ext>
              </a:extLst>
            </p:cNvPr>
            <p:cNvSpPr txBox="1"/>
            <p:nvPr/>
          </p:nvSpPr>
          <p:spPr>
            <a:xfrm>
              <a:off x="3577388" y="747558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5EC71C3-358C-DA5A-C1E9-F720A3D9B6DA}"/>
                </a:ext>
              </a:extLst>
            </p:cNvPr>
            <p:cNvSpPr txBox="1"/>
            <p:nvPr/>
          </p:nvSpPr>
          <p:spPr>
            <a:xfrm>
              <a:off x="5058564" y="744419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9F79EF9-9302-0BC8-3B12-F201C250AFF9}"/>
                </a:ext>
              </a:extLst>
            </p:cNvPr>
            <p:cNvSpPr txBox="1"/>
            <p:nvPr/>
          </p:nvSpPr>
          <p:spPr>
            <a:xfrm>
              <a:off x="-1473208" y="741953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4954FA0D-B2DA-183C-B2F5-269F9DD8BE91}"/>
                </a:ext>
              </a:extLst>
            </p:cNvPr>
            <p:cNvSpPr txBox="1"/>
            <p:nvPr/>
          </p:nvSpPr>
          <p:spPr>
            <a:xfrm>
              <a:off x="6089587" y="7420056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8E7738EE-C121-CC59-F61B-C4C7B0D1A671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90855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Elbow Connector 236">
              <a:extLst>
                <a:ext uri="{FF2B5EF4-FFF2-40B4-BE49-F238E27FC236}">
                  <a16:creationId xmlns:a16="http://schemas.microsoft.com/office/drawing/2014/main" id="{D90B3C1B-383C-1B95-10FE-3643A9669BB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9320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Elbow Connector 237">
              <a:extLst>
                <a:ext uri="{FF2B5EF4-FFF2-40B4-BE49-F238E27FC236}">
                  <a16:creationId xmlns:a16="http://schemas.microsoft.com/office/drawing/2014/main" id="{34037B62-FD94-7AC2-4BE2-FCF846C27B0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60025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Elbow Connector 238">
              <a:extLst>
                <a:ext uri="{FF2B5EF4-FFF2-40B4-BE49-F238E27FC236}">
                  <a16:creationId xmlns:a16="http://schemas.microsoft.com/office/drawing/2014/main" id="{83CC7560-ABAE-C4CC-9A41-F604E8103D0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9488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Elbow Connector 239">
              <a:extLst>
                <a:ext uri="{FF2B5EF4-FFF2-40B4-BE49-F238E27FC236}">
                  <a16:creationId xmlns:a16="http://schemas.microsoft.com/office/drawing/2014/main" id="{87433786-DDAA-72D8-9CE5-B00A9FAA211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9006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Elbow Connector 240">
              <a:extLst>
                <a:ext uri="{FF2B5EF4-FFF2-40B4-BE49-F238E27FC236}">
                  <a16:creationId xmlns:a16="http://schemas.microsoft.com/office/drawing/2014/main" id="{89112A4D-F69E-A704-FD3E-3B23E7E876F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9365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Elbow Connector 241">
              <a:extLst>
                <a:ext uri="{FF2B5EF4-FFF2-40B4-BE49-F238E27FC236}">
                  <a16:creationId xmlns:a16="http://schemas.microsoft.com/office/drawing/2014/main" id="{1EF94D9E-6086-FA9E-8044-9511583C4D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600870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3242194E-3C0C-DFE5-DDD4-19BA9E347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380533"/>
              <a:ext cx="1309517" cy="372909"/>
            </a:xfrm>
            <a:prstGeom prst="rect">
              <a:avLst/>
            </a:prstGeom>
          </p:spPr>
        </p:pic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54B1EC93-BB8A-E460-7783-79900CC79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380533"/>
              <a:ext cx="1309517" cy="372909"/>
            </a:xfrm>
            <a:prstGeom prst="rect">
              <a:avLst/>
            </a:prstGeom>
          </p:spPr>
        </p:pic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11E605EA-E020-D2B3-B737-AF6563790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378036"/>
              <a:ext cx="1309517" cy="372909"/>
            </a:xfrm>
            <a:prstGeom prst="rect">
              <a:avLst/>
            </a:prstGeom>
          </p:spPr>
        </p:pic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436C2F34-3F7C-CC7D-D984-C4FF7D4CD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378036"/>
              <a:ext cx="1309517" cy="372909"/>
            </a:xfrm>
            <a:prstGeom prst="rect">
              <a:avLst/>
            </a:prstGeom>
          </p:spPr>
        </p:pic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00984E64-F489-0CEF-C38B-C3CEFD76B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359517"/>
              <a:ext cx="1309517" cy="372909"/>
            </a:xfrm>
            <a:prstGeom prst="rect">
              <a:avLst/>
            </a:prstGeom>
          </p:spPr>
        </p:pic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B5988D8B-5EA3-CC58-6AE8-CAC76F0C9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359517"/>
              <a:ext cx="1309517" cy="372909"/>
            </a:xfrm>
            <a:prstGeom prst="rect">
              <a:avLst/>
            </a:prstGeom>
          </p:spPr>
        </p:pic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94126B32-3AE9-8A6A-6E05-66C2B7B24702}"/>
                </a:ext>
              </a:extLst>
            </p:cNvPr>
            <p:cNvSpPr txBox="1"/>
            <p:nvPr/>
          </p:nvSpPr>
          <p:spPr>
            <a:xfrm>
              <a:off x="7350481" y="740730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250" name="Elbow Connector 249">
              <a:extLst>
                <a:ext uri="{FF2B5EF4-FFF2-40B4-BE49-F238E27FC236}">
                  <a16:creationId xmlns:a16="http://schemas.microsoft.com/office/drawing/2014/main" id="{2766A1CB-3E5D-07BA-3BDF-DBD0AD23C97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8970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Elbow Connector 250">
              <a:extLst>
                <a:ext uri="{FF2B5EF4-FFF2-40B4-BE49-F238E27FC236}">
                  <a16:creationId xmlns:a16="http://schemas.microsoft.com/office/drawing/2014/main" id="{EEE4A423-0DAF-0FFA-066A-51D0A86457F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98724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Elbow Connector 251">
              <a:extLst>
                <a:ext uri="{FF2B5EF4-FFF2-40B4-BE49-F238E27FC236}">
                  <a16:creationId xmlns:a16="http://schemas.microsoft.com/office/drawing/2014/main" id="{6780BFB4-0F09-CF36-5FC2-C845D808A9D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98724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E4E056CA-D66A-53C8-7735-AF4B1FBA264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600190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04DF4E-3831-6650-FF6C-8ACF782C78AB}"/>
                </a:ext>
              </a:extLst>
            </p:cNvPr>
            <p:cNvSpPr txBox="1"/>
            <p:nvPr/>
          </p:nvSpPr>
          <p:spPr>
            <a:xfrm>
              <a:off x="8664903" y="746046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radiative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DFCE527D-1898-CADD-266D-CA760258B736}"/>
                </a:ext>
              </a:extLst>
            </p:cNvPr>
            <p:cNvSpPr txBox="1"/>
            <p:nvPr/>
          </p:nvSpPr>
          <p:spPr>
            <a:xfrm>
              <a:off x="11460720" y="7451989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</a:t>
              </a:r>
            </a:p>
            <a:p>
              <a:pPr algn="ctr"/>
              <a:r>
                <a:rPr lang="en-US" sz="1200" dirty="0"/>
                <a:t>with CE 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E57DF83-764B-2241-1D18-95E535BAE72D}"/>
                </a:ext>
              </a:extLst>
            </p:cNvPr>
            <p:cNvSpPr txBox="1"/>
            <p:nvPr/>
          </p:nvSpPr>
          <p:spPr>
            <a:xfrm>
              <a:off x="10128606" y="743731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convective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pic>
          <p:nvPicPr>
            <p:cNvPr id="257" name="Picture 256">
              <a:extLst>
                <a:ext uri="{FF2B5EF4-FFF2-40B4-BE49-F238E27FC236}">
                  <a16:creationId xmlns:a16="http://schemas.microsoft.com/office/drawing/2014/main" id="{3D595731-DE31-1E39-422C-DA5FAE6BB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920776"/>
              <a:ext cx="1309517" cy="372908"/>
            </a:xfrm>
            <a:prstGeom prst="rect">
              <a:avLst/>
            </a:prstGeom>
          </p:spPr>
        </p:pic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34090714-8B61-B5F1-5576-05A5F97DA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920776"/>
              <a:ext cx="1309517" cy="372908"/>
            </a:xfrm>
            <a:prstGeom prst="rect">
              <a:avLst/>
            </a:prstGeom>
          </p:spPr>
        </p:pic>
        <p:pic>
          <p:nvPicPr>
            <p:cNvPr id="259" name="Picture 258">
              <a:extLst>
                <a:ext uri="{FF2B5EF4-FFF2-40B4-BE49-F238E27FC236}">
                  <a16:creationId xmlns:a16="http://schemas.microsoft.com/office/drawing/2014/main" id="{2A6A4E11-6E31-7BF2-7A65-04CF83406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918279"/>
              <a:ext cx="1309517" cy="372908"/>
            </a:xfrm>
            <a:prstGeom prst="rect">
              <a:avLst/>
            </a:prstGeom>
          </p:spPr>
        </p:pic>
        <p:pic>
          <p:nvPicPr>
            <p:cNvPr id="260" name="Picture 259">
              <a:extLst>
                <a:ext uri="{FF2B5EF4-FFF2-40B4-BE49-F238E27FC236}">
                  <a16:creationId xmlns:a16="http://schemas.microsoft.com/office/drawing/2014/main" id="{E7CD1C0F-35FD-674E-4BF5-069AC5DC7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918279"/>
              <a:ext cx="1309517" cy="372908"/>
            </a:xfrm>
            <a:prstGeom prst="rect">
              <a:avLst/>
            </a:prstGeom>
          </p:spPr>
        </p:pic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679D24DC-893C-EDC4-720E-0B7A95408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99760"/>
              <a:ext cx="1309517" cy="372908"/>
            </a:xfrm>
            <a:prstGeom prst="rect">
              <a:avLst/>
            </a:prstGeom>
          </p:spPr>
        </p:pic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20C25C93-468D-BDA1-F52F-E98693B14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99760"/>
              <a:ext cx="1309517" cy="372908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ED491C15-2BB4-9EEB-CCFE-A6DD44AE9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95571"/>
              <a:ext cx="1309517" cy="372908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174D1D11-68A7-C399-35E0-F9101064D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95571"/>
              <a:ext cx="1309517" cy="372908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D3346F2B-B2C4-FE7C-EEBE-E4078E9A2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877052"/>
              <a:ext cx="1309517" cy="372908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29F95CD4-7F2D-C35E-E8CD-D5CF9D51F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877052"/>
              <a:ext cx="1309517" cy="372908"/>
            </a:xfrm>
            <a:prstGeom prst="rect">
              <a:avLst/>
            </a:prstGeom>
          </p:spPr>
        </p:pic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3A30A76E-6C30-5A9A-0884-53D5E16E4974}"/>
                </a:ext>
              </a:extLst>
            </p:cNvPr>
            <p:cNvSpPr txBox="1"/>
            <p:nvPr/>
          </p:nvSpPr>
          <p:spPr>
            <a:xfrm>
              <a:off x="221023" y="3088139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3E867389-648E-0BB9-0C8A-C9F4B625B9ED}"/>
                </a:ext>
              </a:extLst>
            </p:cNvPr>
            <p:cNvSpPr txBox="1"/>
            <p:nvPr/>
          </p:nvSpPr>
          <p:spPr>
            <a:xfrm>
              <a:off x="8699780" y="5421137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3AE5F4-3972-87A2-2BF6-EE00551107BF}"/>
              </a:ext>
            </a:extLst>
          </p:cNvPr>
          <p:cNvCxnSpPr>
            <a:cxnSpLocks/>
          </p:cNvCxnSpPr>
          <p:nvPr/>
        </p:nvCxnSpPr>
        <p:spPr>
          <a:xfrm>
            <a:off x="2557691" y="1151266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38C82A-7646-15F4-DFAF-FFC4FBD6E9B6}"/>
              </a:ext>
            </a:extLst>
          </p:cNvPr>
          <p:cNvCxnSpPr>
            <a:cxnSpLocks/>
          </p:cNvCxnSpPr>
          <p:nvPr/>
        </p:nvCxnSpPr>
        <p:spPr>
          <a:xfrm>
            <a:off x="2550086" y="1144716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ED61925-B60C-CBDB-EF4D-86ADFFF3E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5324" y="1970566"/>
            <a:ext cx="1309525" cy="3729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4CB644-FC1B-24EF-DBD3-F18B0ADC7315}"/>
              </a:ext>
            </a:extLst>
          </p:cNvPr>
          <p:cNvSpPr txBox="1"/>
          <p:nvPr/>
        </p:nvSpPr>
        <p:spPr>
          <a:xfrm>
            <a:off x="-128398" y="1391591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EC1F65-23D9-3ED4-8100-1588E44CA0DE}"/>
              </a:ext>
            </a:extLst>
          </p:cNvPr>
          <p:cNvCxnSpPr>
            <a:cxnSpLocks/>
          </p:cNvCxnSpPr>
          <p:nvPr/>
        </p:nvCxnSpPr>
        <p:spPr>
          <a:xfrm>
            <a:off x="8708847" y="117790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B3FE01-E124-DAFD-E7C6-18238C83A325}"/>
              </a:ext>
            </a:extLst>
          </p:cNvPr>
          <p:cNvCxnSpPr>
            <a:cxnSpLocks/>
          </p:cNvCxnSpPr>
          <p:nvPr/>
        </p:nvCxnSpPr>
        <p:spPr>
          <a:xfrm>
            <a:off x="5773392" y="115929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1FF6C04-DB44-C27B-CD14-77661E4F85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4222" y="1970566"/>
            <a:ext cx="1309517" cy="3729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CD2BAB-437F-9227-F7A4-3AB171199C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39099" y="1970566"/>
            <a:ext cx="1309517" cy="3729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55326D6-AC23-BAB5-8FAD-FD6F498DC195}"/>
              </a:ext>
            </a:extLst>
          </p:cNvPr>
          <p:cNvSpPr txBox="1"/>
          <p:nvPr/>
        </p:nvSpPr>
        <p:spPr>
          <a:xfrm>
            <a:off x="1164740" y="2317837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97B6D5-CF72-19D2-1025-D62DB9E8D4F8}"/>
              </a:ext>
            </a:extLst>
          </p:cNvPr>
          <p:cNvSpPr txBox="1"/>
          <p:nvPr/>
        </p:nvSpPr>
        <p:spPr>
          <a:xfrm>
            <a:off x="7441045" y="2312585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C2AD0D-40C8-FB43-16B9-68611B1814DD}"/>
              </a:ext>
            </a:extLst>
          </p:cNvPr>
          <p:cNvSpPr txBox="1"/>
          <p:nvPr/>
        </p:nvSpPr>
        <p:spPr>
          <a:xfrm>
            <a:off x="5410987" y="2315526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EB97BC-72F0-F709-CED2-58CED08BAD2F}"/>
              </a:ext>
            </a:extLst>
          </p:cNvPr>
          <p:cNvSpPr txBox="1"/>
          <p:nvPr/>
        </p:nvSpPr>
        <p:spPr>
          <a:xfrm>
            <a:off x="5157248" y="2561916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240A2C-7777-F3AD-F951-C53DC9CC1A5E}"/>
              </a:ext>
            </a:extLst>
          </p:cNvPr>
          <p:cNvCxnSpPr>
            <a:cxnSpLocks/>
          </p:cNvCxnSpPr>
          <p:nvPr/>
        </p:nvCxnSpPr>
        <p:spPr>
          <a:xfrm>
            <a:off x="2586508" y="2836877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7F2947-787D-E6D7-1B9F-57A887E6F925}"/>
              </a:ext>
            </a:extLst>
          </p:cNvPr>
          <p:cNvSpPr txBox="1"/>
          <p:nvPr/>
        </p:nvSpPr>
        <p:spPr>
          <a:xfrm>
            <a:off x="848656" y="5171105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1DE7BF-DE80-4576-F217-E4E84053E3D9}"/>
              </a:ext>
            </a:extLst>
          </p:cNvPr>
          <p:cNvSpPr txBox="1"/>
          <p:nvPr/>
        </p:nvSpPr>
        <p:spPr>
          <a:xfrm>
            <a:off x="2368741" y="5172696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FA3F66-4261-769E-2A91-BE53D357EBBA}"/>
              </a:ext>
            </a:extLst>
          </p:cNvPr>
          <p:cNvSpPr txBox="1"/>
          <p:nvPr/>
        </p:nvSpPr>
        <p:spPr>
          <a:xfrm>
            <a:off x="3972770" y="520682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BC2136-5360-8AE4-5A57-D60BEECA22E1}"/>
              </a:ext>
            </a:extLst>
          </p:cNvPr>
          <p:cNvSpPr txBox="1"/>
          <p:nvPr/>
        </p:nvSpPr>
        <p:spPr>
          <a:xfrm>
            <a:off x="5576718" y="5190488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61EE96-449A-046C-CFE9-8FD5EB736EB9}"/>
              </a:ext>
            </a:extLst>
          </p:cNvPr>
          <p:cNvSpPr txBox="1"/>
          <p:nvPr/>
        </p:nvSpPr>
        <p:spPr>
          <a:xfrm>
            <a:off x="-1080334" y="5165813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6706D7-161B-26E6-EB24-CCC9C1014DCA}"/>
              </a:ext>
            </a:extLst>
          </p:cNvPr>
          <p:cNvSpPr txBox="1"/>
          <p:nvPr/>
        </p:nvSpPr>
        <p:spPr>
          <a:xfrm>
            <a:off x="6962907" y="5166337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6FD646-26BE-464B-BBB2-BE3B6DF29297}"/>
              </a:ext>
            </a:extLst>
          </p:cNvPr>
          <p:cNvCxnSpPr>
            <a:cxnSpLocks/>
          </p:cNvCxnSpPr>
          <p:nvPr/>
        </p:nvCxnSpPr>
        <p:spPr>
          <a:xfrm>
            <a:off x="148262" y="3938612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DB5026-CAE5-1236-667E-5094ABF7F77B}"/>
              </a:ext>
            </a:extLst>
          </p:cNvPr>
          <p:cNvCxnSpPr>
            <a:cxnSpLocks/>
          </p:cNvCxnSpPr>
          <p:nvPr/>
        </p:nvCxnSpPr>
        <p:spPr>
          <a:xfrm>
            <a:off x="8708845" y="2755871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98E3760-9A22-0BFE-F607-FC3DAFFC0F5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89497" y="394096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B2B41D6-AA93-7702-5788-C40528C8332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20521" y="395033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1AAFE153-59A4-DC10-2D18-6EE3ED753B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13271" y="394264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7413DC54-2F98-5AFB-6429-E289ACBBC2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61487" y="393781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4D828BD-B38B-B21A-8EF7-5AC86190324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78300" y="394141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DB1FCC6F-247D-52F6-37EE-048915FCC0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33137" y="394096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0DF6B4A-AADD-5B69-3FE8-20160DC22A97}"/>
              </a:ext>
            </a:extLst>
          </p:cNvPr>
          <p:cNvSpPr txBox="1"/>
          <p:nvPr/>
        </p:nvSpPr>
        <p:spPr>
          <a:xfrm>
            <a:off x="3859970" y="768618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B5C1D8-C38E-36ED-C845-703A6F5EA85B}"/>
              </a:ext>
            </a:extLst>
          </p:cNvPr>
          <p:cNvSpPr txBox="1"/>
          <p:nvPr/>
        </p:nvSpPr>
        <p:spPr>
          <a:xfrm>
            <a:off x="5341146" y="765478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030AD2-C947-887A-F528-8BCAE0283679}"/>
              </a:ext>
            </a:extLst>
          </p:cNvPr>
          <p:cNvSpPr txBox="1"/>
          <p:nvPr/>
        </p:nvSpPr>
        <p:spPr>
          <a:xfrm>
            <a:off x="-1190626" y="7630131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1D7582-C17D-30DB-BCBF-6EF5B7A1E009}"/>
              </a:ext>
            </a:extLst>
          </p:cNvPr>
          <p:cNvSpPr txBox="1"/>
          <p:nvPr/>
        </p:nvSpPr>
        <p:spPr>
          <a:xfrm>
            <a:off x="6372169" y="7630655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50F78094-CCC3-7657-65B5-F6A90E5EBE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19443" y="621930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3246C918-501E-4D70-B3AB-3AE15AB73E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787896" y="4591132"/>
            <a:ext cx="1309517" cy="3729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3B759F2-B21A-1E0A-94AA-1D0880284A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6927" y="4591132"/>
            <a:ext cx="1309517" cy="37290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1C09629-C9F7-1A75-CD98-112F2E447B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27666" y="4588635"/>
            <a:ext cx="1309517" cy="37290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9AB95E5-53CB-8A4E-EAA6-6423CF95ADB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59277" y="4588635"/>
            <a:ext cx="1309517" cy="37290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65E80EF-2D3E-16DF-AEEB-02FD4F1444A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2438" y="4570116"/>
            <a:ext cx="1309517" cy="37290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9B54425-8FD3-6B03-C452-9AFC65A2A9F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44049" y="4570116"/>
            <a:ext cx="1309517" cy="37290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EEDF8AA-99A1-15E4-A9EF-1941CBEB50D4}"/>
              </a:ext>
            </a:extLst>
          </p:cNvPr>
          <p:cNvSpPr txBox="1"/>
          <p:nvPr/>
        </p:nvSpPr>
        <p:spPr>
          <a:xfrm>
            <a:off x="7633063" y="7617901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90446993-8499-E79F-ECF8-EF9D383B638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736575" y="7131375"/>
            <a:ext cx="1309517" cy="37290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1765288-DAC0-F676-7950-3C14D7FB0EE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38248" y="7131375"/>
            <a:ext cx="1309517" cy="37290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869A43F-34A3-76B9-0C6A-F4372A34A33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78987" y="7128878"/>
            <a:ext cx="1309517" cy="37290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0C66B0C5-BDE3-C255-281B-3A592B3F830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031629" y="7128878"/>
            <a:ext cx="1309517" cy="37290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FF7EAD4-F15F-4BF0-BA59-94CAC3339DA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29808" y="7110359"/>
            <a:ext cx="1309517" cy="37290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C73A826-11A4-6D8F-7C6D-F260005753A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75440" y="7110359"/>
            <a:ext cx="1309517" cy="3729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7D4285E7-430B-87B7-B65F-CAE30A4A6B3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097916" y="7106170"/>
            <a:ext cx="1309517" cy="372908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31FD402-711C-F777-3547-BFA3F0BE276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42071" y="7106170"/>
            <a:ext cx="1309517" cy="37290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722446D-3105-0899-4DDB-27268954E40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40250" y="7087651"/>
            <a:ext cx="1309517" cy="37290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1704E10A-E2EE-C0FB-7B9D-AA9AA9F1EAB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2185882" y="7087651"/>
            <a:ext cx="1309517" cy="372908"/>
          </a:xfrm>
          <a:prstGeom prst="rect">
            <a:avLst/>
          </a:prstGeom>
        </p:spPr>
      </p:pic>
      <p:sp>
        <p:nvSpPr>
          <p:cNvPr id="269" name="TextBox 268">
            <a:extLst>
              <a:ext uri="{FF2B5EF4-FFF2-40B4-BE49-F238E27FC236}">
                <a16:creationId xmlns:a16="http://schemas.microsoft.com/office/drawing/2014/main" id="{7022CF2B-9F34-52F9-92FF-1A386F8A1CDD}"/>
              </a:ext>
            </a:extLst>
          </p:cNvPr>
          <p:cNvSpPr txBox="1"/>
          <p:nvPr/>
        </p:nvSpPr>
        <p:spPr>
          <a:xfrm>
            <a:off x="503605" y="3298738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D6995EF7-6EAC-66BE-09DF-2A2421F97AEB}"/>
              </a:ext>
            </a:extLst>
          </p:cNvPr>
          <p:cNvCxnSpPr>
            <a:cxnSpLocks/>
          </p:cNvCxnSpPr>
          <p:nvPr/>
        </p:nvCxnSpPr>
        <p:spPr>
          <a:xfrm>
            <a:off x="2571261" y="115186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E186112-C9C6-953F-694A-C5BCCFB0450B}"/>
              </a:ext>
            </a:extLst>
          </p:cNvPr>
          <p:cNvCxnSpPr>
            <a:cxnSpLocks/>
          </p:cNvCxnSpPr>
          <p:nvPr/>
        </p:nvCxnSpPr>
        <p:spPr>
          <a:xfrm>
            <a:off x="2563656" y="1145314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4" name="Picture 273">
            <a:extLst>
              <a:ext uri="{FF2B5EF4-FFF2-40B4-BE49-F238E27FC236}">
                <a16:creationId xmlns:a16="http://schemas.microsoft.com/office/drawing/2014/main" id="{5A5F686D-4DDD-11A2-E4F9-AA8815DB3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8894" y="1971164"/>
            <a:ext cx="1309525" cy="372909"/>
          </a:xfrm>
          <a:prstGeom prst="rect">
            <a:avLst/>
          </a:prstGeom>
        </p:spPr>
      </p:pic>
      <p:sp>
        <p:nvSpPr>
          <p:cNvPr id="275" name="TextBox 274">
            <a:extLst>
              <a:ext uri="{FF2B5EF4-FFF2-40B4-BE49-F238E27FC236}">
                <a16:creationId xmlns:a16="http://schemas.microsoft.com/office/drawing/2014/main" id="{865B9EF7-F777-3FB1-F533-59021EF6508C}"/>
              </a:ext>
            </a:extLst>
          </p:cNvPr>
          <p:cNvSpPr txBox="1"/>
          <p:nvPr/>
        </p:nvSpPr>
        <p:spPr>
          <a:xfrm>
            <a:off x="-114828" y="1392189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D8577CAB-6CF3-1EAF-2863-57215CCE98BC}"/>
              </a:ext>
            </a:extLst>
          </p:cNvPr>
          <p:cNvCxnSpPr>
            <a:cxnSpLocks/>
          </p:cNvCxnSpPr>
          <p:nvPr/>
        </p:nvCxnSpPr>
        <p:spPr>
          <a:xfrm>
            <a:off x="8722417" y="1178506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C7AC2218-366C-0EC3-A1D1-86FD961A2564}"/>
              </a:ext>
            </a:extLst>
          </p:cNvPr>
          <p:cNvCxnSpPr>
            <a:cxnSpLocks/>
          </p:cNvCxnSpPr>
          <p:nvPr/>
        </p:nvCxnSpPr>
        <p:spPr>
          <a:xfrm>
            <a:off x="5786962" y="1159890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8" name="Picture 277">
            <a:extLst>
              <a:ext uri="{FF2B5EF4-FFF2-40B4-BE49-F238E27FC236}">
                <a16:creationId xmlns:a16="http://schemas.microsoft.com/office/drawing/2014/main" id="{746F8D39-45EB-DCD7-D71D-0D09D96485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7792" y="1971164"/>
            <a:ext cx="1309517" cy="372909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E1E2995-F8BD-B1FD-511B-72F9448BB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52669" y="1971164"/>
            <a:ext cx="1309517" cy="372909"/>
          </a:xfrm>
          <a:prstGeom prst="rect">
            <a:avLst/>
          </a:prstGeom>
        </p:spPr>
      </p:pic>
      <p:sp>
        <p:nvSpPr>
          <p:cNvPr id="280" name="TextBox 279">
            <a:extLst>
              <a:ext uri="{FF2B5EF4-FFF2-40B4-BE49-F238E27FC236}">
                <a16:creationId xmlns:a16="http://schemas.microsoft.com/office/drawing/2014/main" id="{99CBEC73-D62B-4633-3A97-126F7C610442}"/>
              </a:ext>
            </a:extLst>
          </p:cNvPr>
          <p:cNvSpPr txBox="1"/>
          <p:nvPr/>
        </p:nvSpPr>
        <p:spPr>
          <a:xfrm>
            <a:off x="1178310" y="2318435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D495A1B-9939-7C9C-F3F1-6526739553E7}"/>
              </a:ext>
            </a:extLst>
          </p:cNvPr>
          <p:cNvSpPr txBox="1"/>
          <p:nvPr/>
        </p:nvSpPr>
        <p:spPr>
          <a:xfrm>
            <a:off x="7454615" y="2313183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C42436D8-7841-4036-3856-AD5C70E59ECF}"/>
              </a:ext>
            </a:extLst>
          </p:cNvPr>
          <p:cNvSpPr txBox="1"/>
          <p:nvPr/>
        </p:nvSpPr>
        <p:spPr>
          <a:xfrm>
            <a:off x="5424557" y="231612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92E7CD6-BC56-FE5B-CAF9-A06EBBB28AE0}"/>
              </a:ext>
            </a:extLst>
          </p:cNvPr>
          <p:cNvSpPr txBox="1"/>
          <p:nvPr/>
        </p:nvSpPr>
        <p:spPr>
          <a:xfrm>
            <a:off x="5170818" y="2562514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CAD9AE3B-5F1B-28C5-C75E-66C9D433B5C0}"/>
              </a:ext>
            </a:extLst>
          </p:cNvPr>
          <p:cNvCxnSpPr>
            <a:cxnSpLocks/>
          </p:cNvCxnSpPr>
          <p:nvPr/>
        </p:nvCxnSpPr>
        <p:spPr>
          <a:xfrm>
            <a:off x="2600078" y="2837475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6E606230-10B1-4E4D-6449-E3B57C7E7D5F}"/>
              </a:ext>
            </a:extLst>
          </p:cNvPr>
          <p:cNvCxnSpPr>
            <a:cxnSpLocks/>
          </p:cNvCxnSpPr>
          <p:nvPr/>
        </p:nvCxnSpPr>
        <p:spPr>
          <a:xfrm>
            <a:off x="161832" y="3939210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2B74F17-276A-5AA1-6443-1D19251F4B3F}"/>
              </a:ext>
            </a:extLst>
          </p:cNvPr>
          <p:cNvCxnSpPr>
            <a:cxnSpLocks/>
          </p:cNvCxnSpPr>
          <p:nvPr/>
        </p:nvCxnSpPr>
        <p:spPr>
          <a:xfrm>
            <a:off x="8722415" y="2756469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4" name="Elbow Connector 293">
            <a:extLst>
              <a:ext uri="{FF2B5EF4-FFF2-40B4-BE49-F238E27FC236}">
                <a16:creationId xmlns:a16="http://schemas.microsoft.com/office/drawing/2014/main" id="{3A5E7073-FE0D-F346-BA87-2184809CC27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203067" y="394155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5" name="Elbow Connector 294">
            <a:extLst>
              <a:ext uri="{FF2B5EF4-FFF2-40B4-BE49-F238E27FC236}">
                <a16:creationId xmlns:a16="http://schemas.microsoft.com/office/drawing/2014/main" id="{6B1F16B4-D95C-EE7B-D1B2-4D1E8C4A43D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34091" y="395093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6" name="Elbow Connector 295">
            <a:extLst>
              <a:ext uri="{FF2B5EF4-FFF2-40B4-BE49-F238E27FC236}">
                <a16:creationId xmlns:a16="http://schemas.microsoft.com/office/drawing/2014/main" id="{DF8CBDAD-CF3C-08B6-C52A-026F40C6A87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926841" y="394324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7" name="Elbow Connector 296">
            <a:extLst>
              <a:ext uri="{FF2B5EF4-FFF2-40B4-BE49-F238E27FC236}">
                <a16:creationId xmlns:a16="http://schemas.microsoft.com/office/drawing/2014/main" id="{DD68DDD6-FBD1-8672-46D0-F7B139D3676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75057" y="393841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2468C029-4E0E-85AE-3968-39BA47CC2DC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164730" y="394201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B2A0F265-8B77-C2E7-8DDA-512D0ADA9EFB}"/>
              </a:ext>
            </a:extLst>
          </p:cNvPr>
          <p:cNvSpPr txBox="1"/>
          <p:nvPr/>
        </p:nvSpPr>
        <p:spPr>
          <a:xfrm>
            <a:off x="3873540" y="7686781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1D53DF98-FAD0-310F-2E2D-166D38F480AD}"/>
              </a:ext>
            </a:extLst>
          </p:cNvPr>
          <p:cNvSpPr txBox="1"/>
          <p:nvPr/>
        </p:nvSpPr>
        <p:spPr>
          <a:xfrm>
            <a:off x="5354716" y="7655387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CC7E9341-77E9-3938-8562-8E240BBAA29B}"/>
              </a:ext>
            </a:extLst>
          </p:cNvPr>
          <p:cNvSpPr txBox="1"/>
          <p:nvPr/>
        </p:nvSpPr>
        <p:spPr>
          <a:xfrm>
            <a:off x="-1177056" y="7630729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92EBF51-B19B-AE60-90C7-CD2D413B58B9}"/>
              </a:ext>
            </a:extLst>
          </p:cNvPr>
          <p:cNvSpPr txBox="1"/>
          <p:nvPr/>
        </p:nvSpPr>
        <p:spPr>
          <a:xfrm>
            <a:off x="6385739" y="7631253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pic>
        <p:nvPicPr>
          <p:cNvPr id="311" name="Picture 310">
            <a:extLst>
              <a:ext uri="{FF2B5EF4-FFF2-40B4-BE49-F238E27FC236}">
                <a16:creationId xmlns:a16="http://schemas.microsoft.com/office/drawing/2014/main" id="{8DFAE4EF-62A9-6FD1-E22C-39004C6DB8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774326" y="4591730"/>
            <a:ext cx="1309517" cy="372909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791C74D3-6B97-B06D-7309-01E4EB7B98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0497" y="4591730"/>
            <a:ext cx="1309517" cy="372909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EC6D007F-882D-1A0D-7DA5-6C14911830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41236" y="4589233"/>
            <a:ext cx="1309517" cy="372909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23722024-2D67-37C9-B284-02E091C2C8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72847" y="4589233"/>
            <a:ext cx="1309517" cy="372909"/>
          </a:xfrm>
          <a:prstGeom prst="rect">
            <a:avLst/>
          </a:prstGeom>
        </p:spPr>
      </p:pic>
      <p:pic>
        <p:nvPicPr>
          <p:cNvPr id="315" name="Picture 314">
            <a:extLst>
              <a:ext uri="{FF2B5EF4-FFF2-40B4-BE49-F238E27FC236}">
                <a16:creationId xmlns:a16="http://schemas.microsoft.com/office/drawing/2014/main" id="{86FC6A88-8CDE-92C3-2062-BF1FE71AB7D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26008" y="4570714"/>
            <a:ext cx="1309517" cy="372909"/>
          </a:xfrm>
          <a:prstGeom prst="rect">
            <a:avLst/>
          </a:prstGeom>
        </p:spPr>
      </p:pic>
      <p:pic>
        <p:nvPicPr>
          <p:cNvPr id="316" name="Picture 315">
            <a:extLst>
              <a:ext uri="{FF2B5EF4-FFF2-40B4-BE49-F238E27FC236}">
                <a16:creationId xmlns:a16="http://schemas.microsoft.com/office/drawing/2014/main" id="{B8A8DFDE-B355-60D0-5D2C-863D6C5F889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57619" y="4570714"/>
            <a:ext cx="1309517" cy="372909"/>
          </a:xfrm>
          <a:prstGeom prst="rect">
            <a:avLst/>
          </a:prstGeom>
        </p:spPr>
      </p:pic>
      <p:sp>
        <p:nvSpPr>
          <p:cNvPr id="317" name="TextBox 316">
            <a:extLst>
              <a:ext uri="{FF2B5EF4-FFF2-40B4-BE49-F238E27FC236}">
                <a16:creationId xmlns:a16="http://schemas.microsoft.com/office/drawing/2014/main" id="{BA66D5E4-5487-E5D3-B1D5-DF0822B01116}"/>
              </a:ext>
            </a:extLst>
          </p:cNvPr>
          <p:cNvSpPr txBox="1"/>
          <p:nvPr/>
        </p:nvSpPr>
        <p:spPr>
          <a:xfrm>
            <a:off x="7646633" y="7618499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pic>
        <p:nvPicPr>
          <p:cNvPr id="322" name="Picture 321">
            <a:extLst>
              <a:ext uri="{FF2B5EF4-FFF2-40B4-BE49-F238E27FC236}">
                <a16:creationId xmlns:a16="http://schemas.microsoft.com/office/drawing/2014/main" id="{9247E5F0-E255-9746-5C6E-034DE73C823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723005" y="7131973"/>
            <a:ext cx="1309517" cy="372908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B89EDBE5-E312-4B9F-D499-9C22C600165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51818" y="7131973"/>
            <a:ext cx="1309517" cy="372908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0CCC4569-B77E-EB55-5880-5E379FE6B2E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92557" y="7129476"/>
            <a:ext cx="1309517" cy="372908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239B69BD-480A-0812-6AF7-2B1C5C54FBD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045199" y="7129476"/>
            <a:ext cx="1309517" cy="372908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5C1D3C77-20B6-1CBE-E500-4F57EE07334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43378" y="7110957"/>
            <a:ext cx="1309517" cy="372908"/>
          </a:xfrm>
          <a:prstGeom prst="rect">
            <a:avLst/>
          </a:prstGeom>
        </p:spPr>
      </p:pic>
      <p:pic>
        <p:nvPicPr>
          <p:cNvPr id="327" name="Picture 326">
            <a:extLst>
              <a:ext uri="{FF2B5EF4-FFF2-40B4-BE49-F238E27FC236}">
                <a16:creationId xmlns:a16="http://schemas.microsoft.com/office/drawing/2014/main" id="{282E8470-5219-18CF-5E74-5FDB8F4EC5E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889010" y="7110957"/>
            <a:ext cx="1309517" cy="372908"/>
          </a:xfrm>
          <a:prstGeom prst="rect">
            <a:avLst/>
          </a:prstGeom>
        </p:spPr>
      </p:pic>
      <p:pic>
        <p:nvPicPr>
          <p:cNvPr id="328" name="Picture 327">
            <a:extLst>
              <a:ext uri="{FF2B5EF4-FFF2-40B4-BE49-F238E27FC236}">
                <a16:creationId xmlns:a16="http://schemas.microsoft.com/office/drawing/2014/main" id="{B8DB2D36-702C-A2F0-3906-16A9462F3BF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111486" y="7106768"/>
            <a:ext cx="1309517" cy="372908"/>
          </a:xfrm>
          <a:prstGeom prst="rect">
            <a:avLst/>
          </a:prstGeom>
        </p:spPr>
      </p:pic>
      <p:pic>
        <p:nvPicPr>
          <p:cNvPr id="329" name="Picture 328">
            <a:extLst>
              <a:ext uri="{FF2B5EF4-FFF2-40B4-BE49-F238E27FC236}">
                <a16:creationId xmlns:a16="http://schemas.microsoft.com/office/drawing/2014/main" id="{D8611AFF-FE45-7B9B-5C94-1015C77F307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55641" y="7106768"/>
            <a:ext cx="1309517" cy="372908"/>
          </a:xfrm>
          <a:prstGeom prst="rect">
            <a:avLst/>
          </a:prstGeom>
        </p:spPr>
      </p:pic>
      <p:pic>
        <p:nvPicPr>
          <p:cNvPr id="330" name="Picture 329">
            <a:extLst>
              <a:ext uri="{FF2B5EF4-FFF2-40B4-BE49-F238E27FC236}">
                <a16:creationId xmlns:a16="http://schemas.microsoft.com/office/drawing/2014/main" id="{84D3C4A2-A441-CA67-20F7-BDC9ABF5EAB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53820" y="7088249"/>
            <a:ext cx="1309517" cy="372908"/>
          </a:xfrm>
          <a:prstGeom prst="rect">
            <a:avLst/>
          </a:prstGeom>
        </p:spPr>
      </p:pic>
      <p:pic>
        <p:nvPicPr>
          <p:cNvPr id="331" name="Picture 330">
            <a:extLst>
              <a:ext uri="{FF2B5EF4-FFF2-40B4-BE49-F238E27FC236}">
                <a16:creationId xmlns:a16="http://schemas.microsoft.com/office/drawing/2014/main" id="{F317DD98-60DE-4D55-59EB-047F219EAE5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2199452" y="7088249"/>
            <a:ext cx="1309517" cy="372908"/>
          </a:xfrm>
          <a:prstGeom prst="rect">
            <a:avLst/>
          </a:prstGeom>
        </p:spPr>
      </p:pic>
      <p:sp>
        <p:nvSpPr>
          <p:cNvPr id="332" name="TextBox 331">
            <a:extLst>
              <a:ext uri="{FF2B5EF4-FFF2-40B4-BE49-F238E27FC236}">
                <a16:creationId xmlns:a16="http://schemas.microsoft.com/office/drawing/2014/main" id="{74A243A3-9F58-AB93-9954-8D0AD763552C}"/>
              </a:ext>
            </a:extLst>
          </p:cNvPr>
          <p:cNvSpPr txBox="1"/>
          <p:nvPr/>
        </p:nvSpPr>
        <p:spPr>
          <a:xfrm>
            <a:off x="517175" y="3299336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4EC54A8E-2E41-F715-99F6-D61B7FC53464}"/>
              </a:ext>
            </a:extLst>
          </p:cNvPr>
          <p:cNvCxnSpPr>
            <a:cxnSpLocks/>
          </p:cNvCxnSpPr>
          <p:nvPr/>
        </p:nvCxnSpPr>
        <p:spPr>
          <a:xfrm>
            <a:off x="2571261" y="1241401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BBE9767A-8155-605C-0D61-3A04AF03F01E}"/>
              </a:ext>
            </a:extLst>
          </p:cNvPr>
          <p:cNvCxnSpPr>
            <a:cxnSpLocks/>
          </p:cNvCxnSpPr>
          <p:nvPr/>
        </p:nvCxnSpPr>
        <p:spPr>
          <a:xfrm>
            <a:off x="2592615" y="1162713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7" name="Picture 336">
            <a:extLst>
              <a:ext uri="{FF2B5EF4-FFF2-40B4-BE49-F238E27FC236}">
                <a16:creationId xmlns:a16="http://schemas.microsoft.com/office/drawing/2014/main" id="{6FA2FEAE-BB4D-D169-FA02-467CAFE5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8894" y="2060701"/>
            <a:ext cx="1309525" cy="372909"/>
          </a:xfrm>
          <a:prstGeom prst="rect">
            <a:avLst/>
          </a:prstGeom>
        </p:spPr>
      </p:pic>
      <p:sp>
        <p:nvSpPr>
          <p:cNvPr id="338" name="TextBox 337">
            <a:extLst>
              <a:ext uri="{FF2B5EF4-FFF2-40B4-BE49-F238E27FC236}">
                <a16:creationId xmlns:a16="http://schemas.microsoft.com/office/drawing/2014/main" id="{8119C8A6-C808-E618-949D-B59A5AA92F1D}"/>
              </a:ext>
            </a:extLst>
          </p:cNvPr>
          <p:cNvSpPr txBox="1"/>
          <p:nvPr/>
        </p:nvSpPr>
        <p:spPr>
          <a:xfrm>
            <a:off x="3452279" y="812255"/>
            <a:ext cx="990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Level 1</a:t>
            </a:r>
          </a:p>
        </p:txBody>
      </p: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EEF2A866-7E52-D1CB-391B-E640D3FA88B7}"/>
              </a:ext>
            </a:extLst>
          </p:cNvPr>
          <p:cNvCxnSpPr>
            <a:cxnSpLocks/>
          </p:cNvCxnSpPr>
          <p:nvPr/>
        </p:nvCxnSpPr>
        <p:spPr>
          <a:xfrm>
            <a:off x="8722417" y="1268043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B6DC8C6A-3A32-473F-C963-B1760ACB40CD}"/>
              </a:ext>
            </a:extLst>
          </p:cNvPr>
          <p:cNvCxnSpPr>
            <a:cxnSpLocks/>
          </p:cNvCxnSpPr>
          <p:nvPr/>
        </p:nvCxnSpPr>
        <p:spPr>
          <a:xfrm>
            <a:off x="5786962" y="124942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1" name="Picture 340">
            <a:extLst>
              <a:ext uri="{FF2B5EF4-FFF2-40B4-BE49-F238E27FC236}">
                <a16:creationId xmlns:a16="http://schemas.microsoft.com/office/drawing/2014/main" id="{3682D4EC-39A4-E8C3-B084-7C4AA4C565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7792" y="2060701"/>
            <a:ext cx="1309517" cy="372909"/>
          </a:xfrm>
          <a:prstGeom prst="rect">
            <a:avLst/>
          </a:prstGeom>
        </p:spPr>
      </p:pic>
      <p:sp>
        <p:nvSpPr>
          <p:cNvPr id="343" name="TextBox 342">
            <a:extLst>
              <a:ext uri="{FF2B5EF4-FFF2-40B4-BE49-F238E27FC236}">
                <a16:creationId xmlns:a16="http://schemas.microsoft.com/office/drawing/2014/main" id="{8F120ED0-151D-5DF2-3B1C-1BC7611C1839}"/>
              </a:ext>
            </a:extLst>
          </p:cNvPr>
          <p:cNvSpPr txBox="1"/>
          <p:nvPr/>
        </p:nvSpPr>
        <p:spPr>
          <a:xfrm>
            <a:off x="1178312" y="2407972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9185F9A-D832-57FD-9F74-552CABD48A4C}"/>
              </a:ext>
            </a:extLst>
          </p:cNvPr>
          <p:cNvSpPr txBox="1"/>
          <p:nvPr/>
        </p:nvSpPr>
        <p:spPr>
          <a:xfrm>
            <a:off x="7454615" y="2402720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9ABE2D03-E2CE-1B1F-C6A5-1E895CB9E627}"/>
              </a:ext>
            </a:extLst>
          </p:cNvPr>
          <p:cNvSpPr txBox="1"/>
          <p:nvPr/>
        </p:nvSpPr>
        <p:spPr>
          <a:xfrm>
            <a:off x="5424557" y="240566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28BFE03F-5FFF-5748-61F6-198161BBAE51}"/>
              </a:ext>
            </a:extLst>
          </p:cNvPr>
          <p:cNvSpPr txBox="1"/>
          <p:nvPr/>
        </p:nvSpPr>
        <p:spPr>
          <a:xfrm>
            <a:off x="5170818" y="2652051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736E46B1-74D5-2424-9B98-12D41076C4A9}"/>
              </a:ext>
            </a:extLst>
          </p:cNvPr>
          <p:cNvCxnSpPr>
            <a:cxnSpLocks/>
          </p:cNvCxnSpPr>
          <p:nvPr/>
        </p:nvCxnSpPr>
        <p:spPr>
          <a:xfrm>
            <a:off x="2600078" y="2927012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A4E093C2-B478-3EA7-8021-9A89E9393A1B}"/>
              </a:ext>
            </a:extLst>
          </p:cNvPr>
          <p:cNvCxnSpPr>
            <a:cxnSpLocks/>
          </p:cNvCxnSpPr>
          <p:nvPr/>
        </p:nvCxnSpPr>
        <p:spPr>
          <a:xfrm>
            <a:off x="8722415" y="2846006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627137D6-2154-5774-97F6-2D8145DDB11D}"/>
              </a:ext>
            </a:extLst>
          </p:cNvPr>
          <p:cNvSpPr txBox="1"/>
          <p:nvPr/>
        </p:nvSpPr>
        <p:spPr>
          <a:xfrm>
            <a:off x="960149" y="7734333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single-core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FA2BCD9B-EE74-F23F-466F-C9BF1D058A35}"/>
              </a:ext>
            </a:extLst>
          </p:cNvPr>
          <p:cNvSpPr txBox="1"/>
          <p:nvPr/>
        </p:nvSpPr>
        <p:spPr>
          <a:xfrm>
            <a:off x="2473779" y="7765484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double-core CE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CD521D0-8C2C-5C72-7281-379D06D65EDD}"/>
              </a:ext>
            </a:extLst>
          </p:cNvPr>
          <p:cNvSpPr txBox="1"/>
          <p:nvPr/>
        </p:nvSpPr>
        <p:spPr>
          <a:xfrm>
            <a:off x="8961055" y="7761201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radiative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983F6956-944B-B65E-5FD3-5EFEC64EC4C3}"/>
              </a:ext>
            </a:extLst>
          </p:cNvPr>
          <p:cNvSpPr txBox="1"/>
          <p:nvPr/>
        </p:nvSpPr>
        <p:spPr>
          <a:xfrm>
            <a:off x="11756872" y="7752723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sz="1200" dirty="0"/>
              <a:t>with CE 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91FC0E91-6657-26FA-96F2-A53F4A930777}"/>
              </a:ext>
            </a:extLst>
          </p:cNvPr>
          <p:cNvSpPr txBox="1"/>
          <p:nvPr/>
        </p:nvSpPr>
        <p:spPr>
          <a:xfrm>
            <a:off x="10424758" y="7738051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convective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49326DDD-1007-AD4B-EF7E-EF67FC56DE3C}"/>
              </a:ext>
            </a:extLst>
          </p:cNvPr>
          <p:cNvSpPr txBox="1"/>
          <p:nvPr/>
        </p:nvSpPr>
        <p:spPr>
          <a:xfrm>
            <a:off x="9540241" y="5868829"/>
            <a:ext cx="1930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Level 2 with CE</a:t>
            </a:r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15AFE4EC-8CBC-2F21-73AE-1388A7FFF4D6}"/>
              </a:ext>
            </a:extLst>
          </p:cNvPr>
          <p:cNvCxnSpPr>
            <a:cxnSpLocks/>
          </p:cNvCxnSpPr>
          <p:nvPr/>
        </p:nvCxnSpPr>
        <p:spPr>
          <a:xfrm flipV="1">
            <a:off x="5785828" y="898071"/>
            <a:ext cx="0" cy="50550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FCBBDF5-388E-5B9A-9875-BCE747E84C68}"/>
              </a:ext>
            </a:extLst>
          </p:cNvPr>
          <p:cNvSpPr txBox="1"/>
          <p:nvPr/>
        </p:nvSpPr>
        <p:spPr>
          <a:xfrm>
            <a:off x="3373020" y="351003"/>
            <a:ext cx="482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mergers from isolated binary evolution</a:t>
            </a:r>
          </a:p>
        </p:txBody>
      </p:sp>
    </p:spTree>
    <p:extLst>
      <p:ext uri="{BB962C8B-B14F-4D97-AF65-F5344CB8AC3E}">
        <p14:creationId xmlns:p14="http://schemas.microsoft.com/office/powerpoint/2010/main" val="297601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89DB7A4-1EB4-CD9D-47D3-BE73D69CFBC6}"/>
              </a:ext>
            </a:extLst>
          </p:cNvPr>
          <p:cNvSpPr/>
          <p:nvPr/>
        </p:nvSpPr>
        <p:spPr>
          <a:xfrm>
            <a:off x="-1544603" y="614657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AD861B-9B9A-C012-0266-12D4EA422385}"/>
              </a:ext>
            </a:extLst>
          </p:cNvPr>
          <p:cNvSpPr txBox="1"/>
          <p:nvPr/>
        </p:nvSpPr>
        <p:spPr>
          <a:xfrm>
            <a:off x="10238051" y="6482283"/>
            <a:ext cx="1675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(CE3) </a:t>
            </a:r>
            <a:br>
              <a:rPr lang="en-US" dirty="0"/>
            </a:br>
            <a:r>
              <a:rPr lang="en-US" dirty="0"/>
              <a:t>single-core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F8AC77F-50CF-4E51-14F4-5785786B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155" y="1705071"/>
            <a:ext cx="533400" cy="330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27806D-B0D6-4EDE-F2EC-D823A16B245B}"/>
              </a:ext>
            </a:extLst>
          </p:cNvPr>
          <p:cNvCxnSpPr>
            <a:cxnSpLocks/>
          </p:cNvCxnSpPr>
          <p:nvPr/>
        </p:nvCxnSpPr>
        <p:spPr>
          <a:xfrm>
            <a:off x="242642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1AA600-B588-9411-B633-33379041B25D}"/>
              </a:ext>
            </a:extLst>
          </p:cNvPr>
          <p:cNvSpPr txBox="1"/>
          <p:nvPr/>
        </p:nvSpPr>
        <p:spPr>
          <a:xfrm>
            <a:off x="1204422" y="1978603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</a:t>
            </a:r>
            <a:r>
              <a:rPr lang="en-US" dirty="0"/>
              <a:t>)  no CE  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30803-0097-3FCF-6EB9-15EC2434998D}"/>
              </a:ext>
            </a:extLst>
          </p:cNvPr>
          <p:cNvSpPr txBox="1"/>
          <p:nvPr/>
        </p:nvSpPr>
        <p:spPr>
          <a:xfrm>
            <a:off x="7209195" y="197884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(CE)  CE channels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1F36F-4AE9-C95C-D439-1166B8540D4E}"/>
              </a:ext>
            </a:extLst>
          </p:cNvPr>
          <p:cNvSpPr txBox="1"/>
          <p:nvPr/>
        </p:nvSpPr>
        <p:spPr>
          <a:xfrm>
            <a:off x="4952505" y="193896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(O)  other 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03B377E-E057-80A4-9CC3-F0F2F87067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-320174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BAF3DC-544E-ECE7-94A1-8541B117B92F}"/>
              </a:ext>
            </a:extLst>
          </p:cNvPr>
          <p:cNvCxnSpPr>
            <a:cxnSpLocks/>
          </p:cNvCxnSpPr>
          <p:nvPr/>
        </p:nvCxnSpPr>
        <p:spPr>
          <a:xfrm>
            <a:off x="-4618599" y="77847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1B4224-474F-B74E-14C6-32916B09D6B9}"/>
              </a:ext>
            </a:extLst>
          </p:cNvPr>
          <p:cNvCxnSpPr>
            <a:cxnSpLocks/>
          </p:cNvCxnSpPr>
          <p:nvPr/>
        </p:nvCxnSpPr>
        <p:spPr>
          <a:xfrm>
            <a:off x="2388624" y="850532"/>
            <a:ext cx="5826708" cy="40336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392218-D067-D6D4-732C-0448CD68ABBB}"/>
              </a:ext>
            </a:extLst>
          </p:cNvPr>
          <p:cNvSpPr txBox="1"/>
          <p:nvPr/>
        </p:nvSpPr>
        <p:spPr>
          <a:xfrm>
            <a:off x="-1165176" y="4337640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(noCE1)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6F4F2-742C-6408-DA83-D3466161BF7D}"/>
              </a:ext>
            </a:extLst>
          </p:cNvPr>
          <p:cNvSpPr txBox="1"/>
          <p:nvPr/>
        </p:nvSpPr>
        <p:spPr>
          <a:xfrm>
            <a:off x="4608218" y="4346108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noCEO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other  no 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9DD54-0459-D565-E9A8-C2252C874324}"/>
              </a:ext>
            </a:extLst>
          </p:cNvPr>
          <p:cNvSpPr txBox="1"/>
          <p:nvPr/>
        </p:nvSpPr>
        <p:spPr>
          <a:xfrm>
            <a:off x="581919" y="4320360"/>
            <a:ext cx="18840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(noCE2) </a:t>
            </a:r>
            <a:br>
              <a:rPr lang="en-US" dirty="0"/>
            </a:br>
            <a:r>
              <a:rPr lang="en-US" dirty="0"/>
              <a:t>SMT before SN1</a:t>
            </a:r>
          </a:p>
          <a:p>
            <a:pPr algn="ctr"/>
            <a:r>
              <a:rPr lang="en-US" dirty="0"/>
              <a:t>no SMT after SN1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E5B3A-09FA-6590-43EB-AAEA6D92745C}"/>
              </a:ext>
            </a:extLst>
          </p:cNvPr>
          <p:cNvSpPr txBox="1"/>
          <p:nvPr/>
        </p:nvSpPr>
        <p:spPr>
          <a:xfrm>
            <a:off x="2561706" y="4318054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(noCE3)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A19A90A6-FCB0-8EDD-8390-08C5E616D41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9812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5E4EEE7-E9DC-0AD3-1CC8-40FB95EB2C2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737625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55EE8A7-679B-4B29-7835-C3D49910C2E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55493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6186EA-D59A-BDEB-B760-A3D7A320FE5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1979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F4BFBB-9BF7-B145-6C2A-00AC50767807}"/>
              </a:ext>
            </a:extLst>
          </p:cNvPr>
          <p:cNvSpPr txBox="1"/>
          <p:nvPr/>
        </p:nvSpPr>
        <p:spPr>
          <a:xfrm>
            <a:off x="2617790" y="6411917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1668FF-50CA-BC4B-C822-22D1F170566D}"/>
              </a:ext>
            </a:extLst>
          </p:cNvPr>
          <p:cNvSpPr txBox="1"/>
          <p:nvPr/>
        </p:nvSpPr>
        <p:spPr>
          <a:xfrm>
            <a:off x="8756601" y="6384165"/>
            <a:ext cx="8204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(CEO) </a:t>
            </a:r>
            <a:br>
              <a:rPr lang="en-US" dirty="0"/>
            </a:br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5ECB1A-ACC7-D006-BF68-97F1A05512D2}"/>
              </a:ext>
            </a:extLst>
          </p:cNvPr>
          <p:cNvSpPr txBox="1"/>
          <p:nvPr/>
        </p:nvSpPr>
        <p:spPr>
          <a:xfrm>
            <a:off x="4653906" y="6398741"/>
            <a:ext cx="16466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(CE5) </a:t>
            </a:r>
            <a:br>
              <a:rPr lang="en-US" dirty="0"/>
            </a:br>
            <a:r>
              <a:rPr lang="en-US" dirty="0"/>
              <a:t>CE before SN1</a:t>
            </a:r>
          </a:p>
          <a:p>
            <a:pPr algn="ctr"/>
            <a:r>
              <a:rPr lang="en-US" dirty="0"/>
              <a:t>Single-core 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E27FC3-6CFC-622A-EE7B-AD51C0B4CA11}"/>
              </a:ext>
            </a:extLst>
          </p:cNvPr>
          <p:cNvSpPr txBox="1"/>
          <p:nvPr/>
        </p:nvSpPr>
        <p:spPr>
          <a:xfrm>
            <a:off x="6269582" y="6391103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(CE4) </a:t>
            </a:r>
          </a:p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07EF9722-C792-C70E-55A0-B00C4D789D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3978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D2AF79DA-1DF8-5779-8CD5-44289525215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0640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95685DC-A85A-3C27-7EBC-7D552F5837C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22639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5E0D7D47-BC49-06DB-1FA4-7DCAA5A938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0617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0C5F5DB-FAD0-5C08-C1C0-B65120EABBA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7741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41F85C2-6C6B-5513-D121-47D53E86F5F5}"/>
              </a:ext>
            </a:extLst>
          </p:cNvPr>
          <p:cNvSpPr txBox="1"/>
          <p:nvPr/>
        </p:nvSpPr>
        <p:spPr>
          <a:xfrm>
            <a:off x="670002" y="6539265"/>
            <a:ext cx="1592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(CE7) </a:t>
            </a:r>
            <a:br>
              <a:rPr lang="en-US" dirty="0"/>
            </a:br>
            <a:r>
              <a:rPr lang="en-US" dirty="0"/>
              <a:t>convective CE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96167BF-C3EC-CBFE-09C7-7BC6F5CE0C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192" y="5664822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79108F4-C59D-631D-FE0F-980F85493208}"/>
              </a:ext>
            </a:extLst>
          </p:cNvPr>
          <p:cNvSpPr txBox="1"/>
          <p:nvPr/>
        </p:nvSpPr>
        <p:spPr>
          <a:xfrm>
            <a:off x="-920468" y="6553464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(CE6) </a:t>
            </a:r>
            <a:br>
              <a:rPr lang="en-US" dirty="0"/>
            </a:br>
            <a:r>
              <a:rPr lang="en-US" dirty="0"/>
              <a:t>radiative CE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93FA4B-7096-EB86-F596-8517E05A0810}"/>
              </a:ext>
            </a:extLst>
          </p:cNvPr>
          <p:cNvCxnSpPr>
            <a:cxnSpLocks/>
          </p:cNvCxnSpPr>
          <p:nvPr/>
        </p:nvCxnSpPr>
        <p:spPr>
          <a:xfrm>
            <a:off x="8235210" y="2482615"/>
            <a:ext cx="0" cy="3182207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C9986CD-E02E-DED1-B7BB-6C96BEA51060}"/>
              </a:ext>
            </a:extLst>
          </p:cNvPr>
          <p:cNvSpPr txBox="1"/>
          <p:nvPr/>
        </p:nvSpPr>
        <p:spPr>
          <a:xfrm>
            <a:off x="11924942" y="6482283"/>
            <a:ext cx="17845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(CE2) </a:t>
            </a:r>
            <a:br>
              <a:rPr lang="en-US" dirty="0"/>
            </a:br>
            <a:r>
              <a:rPr lang="en-US" dirty="0"/>
              <a:t>double-core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868DBBA0-752B-EC7E-ABFE-8935D20C68B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851723" y="566155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48708AF-C414-3936-10BA-2E77E5063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152" y="1725202"/>
            <a:ext cx="520700" cy="2667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DDD6647-85FF-B5C7-D98D-6E7E97EDE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703" y="1670912"/>
            <a:ext cx="482600" cy="2667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2B06CE2-1F24-BA97-7DA7-27F861ADC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2874" y="6310317"/>
            <a:ext cx="508000" cy="2032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57FD307-0F25-C91C-9232-F00387807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457" y="6336160"/>
            <a:ext cx="478447" cy="24217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CA1DE96-DDCC-68F3-5E0E-0AD8984692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38" y="6323772"/>
            <a:ext cx="482600" cy="254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3A31444-0F1E-A849-D4A7-FDCF873B2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1454" y="6170617"/>
            <a:ext cx="457200" cy="2413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79D3DFF-A68A-C02A-635F-8E2A5DF22B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24530" y="6355282"/>
            <a:ext cx="537031" cy="2540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FF16939-EBF9-E50A-E7AF-F160D704DB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3681" y="3971735"/>
            <a:ext cx="539033" cy="29136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9CACA26-C32B-76DC-D988-EB470677E8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639" y="6197487"/>
            <a:ext cx="639584" cy="31603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5A0166-C41C-4FD2-41BA-49B5E7B1AEF1}"/>
              </a:ext>
            </a:extLst>
          </p:cNvPr>
          <p:cNvCxnSpPr>
            <a:cxnSpLocks/>
          </p:cNvCxnSpPr>
          <p:nvPr/>
        </p:nvCxnSpPr>
        <p:spPr>
          <a:xfrm>
            <a:off x="2455246" y="2536143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ame 17">
            <a:extLst>
              <a:ext uri="{FF2B5EF4-FFF2-40B4-BE49-F238E27FC236}">
                <a16:creationId xmlns:a16="http://schemas.microsoft.com/office/drawing/2014/main" id="{7CA3C953-A8E8-2606-A756-1F53B18A1C53}"/>
              </a:ext>
            </a:extLst>
          </p:cNvPr>
          <p:cNvSpPr/>
          <p:nvPr/>
        </p:nvSpPr>
        <p:spPr>
          <a:xfrm>
            <a:off x="-639333" y="9226477"/>
            <a:ext cx="3839972" cy="2294334"/>
          </a:xfrm>
          <a:prstGeom prst="frame">
            <a:avLst>
              <a:gd name="adj1" fmla="val 0"/>
            </a:avLst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DB0180-BF47-5F97-0657-9A83198A9C05}"/>
              </a:ext>
            </a:extLst>
          </p:cNvPr>
          <p:cNvSpPr txBox="1"/>
          <p:nvPr/>
        </p:nvSpPr>
        <p:spPr>
          <a:xfrm>
            <a:off x="-324111" y="5360061"/>
            <a:ext cx="177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Dorozsmai</a:t>
            </a:r>
            <a:r>
              <a:rPr lang="en-US" sz="1400" dirty="0"/>
              <a:t> &amp; Toonen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DF095-F06B-D5F2-4FA8-C5AE45C840B3}"/>
              </a:ext>
            </a:extLst>
          </p:cNvPr>
          <p:cNvSpPr txBox="1"/>
          <p:nvPr/>
        </p:nvSpPr>
        <p:spPr>
          <a:xfrm>
            <a:off x="-446704" y="1072241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374B9-FE9B-9EF1-A8B2-3E34DE44074F}"/>
              </a:ext>
            </a:extLst>
          </p:cNvPr>
          <p:cNvSpPr txBox="1"/>
          <p:nvPr/>
        </p:nvSpPr>
        <p:spPr>
          <a:xfrm>
            <a:off x="-466430" y="2364735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2F6987-7FC0-BCB1-29BB-D24F727D5235}"/>
              </a:ext>
            </a:extLst>
          </p:cNvPr>
          <p:cNvSpPr txBox="1"/>
          <p:nvPr/>
        </p:nvSpPr>
        <p:spPr>
          <a:xfrm>
            <a:off x="4861096" y="222268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992E80-346C-D4DB-22B5-E4178BFD315D}"/>
              </a:ext>
            </a:extLst>
          </p:cNvPr>
          <p:cNvCxnSpPr>
            <a:cxnSpLocks/>
          </p:cNvCxnSpPr>
          <p:nvPr/>
        </p:nvCxnSpPr>
        <p:spPr>
          <a:xfrm>
            <a:off x="8172855" y="87717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1646C-90F1-3175-F7C4-18CA1BB6577B}"/>
              </a:ext>
            </a:extLst>
          </p:cNvPr>
          <p:cNvCxnSpPr>
            <a:cxnSpLocks/>
          </p:cNvCxnSpPr>
          <p:nvPr/>
        </p:nvCxnSpPr>
        <p:spPr>
          <a:xfrm>
            <a:off x="5477240" y="85855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80382B-91F6-1DF5-A45D-757B27C08C55}"/>
              </a:ext>
            </a:extLst>
          </p:cNvPr>
          <p:cNvSpPr txBox="1"/>
          <p:nvPr/>
        </p:nvSpPr>
        <p:spPr>
          <a:xfrm>
            <a:off x="-383177" y="9365496"/>
            <a:ext cx="3378695" cy="215531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C7EAFA-5053-E9F9-01B2-4C1AEE10AD97}"/>
              </a:ext>
            </a:extLst>
          </p:cNvPr>
          <p:cNvSpPr txBox="1"/>
          <p:nvPr/>
        </p:nvSpPr>
        <p:spPr>
          <a:xfrm>
            <a:off x="5515003" y="1068150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Olejak</a:t>
            </a:r>
            <a:r>
              <a:rPr lang="en-US" sz="1000" dirty="0"/>
              <a:t> (2021)</a:t>
            </a:r>
          </a:p>
        </p:txBody>
      </p:sp>
    </p:spTree>
    <p:extLst>
      <p:ext uri="{BB962C8B-B14F-4D97-AF65-F5344CB8AC3E}">
        <p14:creationId xmlns:p14="http://schemas.microsoft.com/office/powerpoint/2010/main" val="54142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60C3-A096-BB44-0686-9F7B2894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12B4A43-7D15-E639-B65E-7C1D99AE1853}"/>
              </a:ext>
            </a:extLst>
          </p:cNvPr>
          <p:cNvSpPr/>
          <p:nvPr/>
        </p:nvSpPr>
        <p:spPr>
          <a:xfrm>
            <a:off x="-1544603" y="614657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88E5E2-2D51-EE5B-8BB3-ED3F35DDD62E}"/>
              </a:ext>
            </a:extLst>
          </p:cNvPr>
          <p:cNvCxnSpPr>
            <a:cxnSpLocks/>
          </p:cNvCxnSpPr>
          <p:nvPr/>
        </p:nvCxnSpPr>
        <p:spPr>
          <a:xfrm>
            <a:off x="226153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35A445-3DDA-3538-D0BD-63A5ED117FF9}"/>
              </a:ext>
            </a:extLst>
          </p:cNvPr>
          <p:cNvCxnSpPr>
            <a:cxnSpLocks/>
          </p:cNvCxnSpPr>
          <p:nvPr/>
        </p:nvCxnSpPr>
        <p:spPr>
          <a:xfrm>
            <a:off x="2253934" y="843982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B320828-E2E8-ED89-C272-B64059AD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99172" y="1669832"/>
            <a:ext cx="1309525" cy="3729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C5B76-747D-0EC3-9DFD-759BDE8C9FDB}"/>
              </a:ext>
            </a:extLst>
          </p:cNvPr>
          <p:cNvSpPr txBox="1"/>
          <p:nvPr/>
        </p:nvSpPr>
        <p:spPr>
          <a:xfrm>
            <a:off x="-424550" y="1090857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E54D36-586E-36BD-F059-FD4AB2F93188}"/>
              </a:ext>
            </a:extLst>
          </p:cNvPr>
          <p:cNvCxnSpPr>
            <a:cxnSpLocks/>
          </p:cNvCxnSpPr>
          <p:nvPr/>
        </p:nvCxnSpPr>
        <p:spPr>
          <a:xfrm>
            <a:off x="8412695" y="87717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D3CAA5-6B8C-2A66-0440-B4397F52F918}"/>
              </a:ext>
            </a:extLst>
          </p:cNvPr>
          <p:cNvCxnSpPr>
            <a:cxnSpLocks/>
          </p:cNvCxnSpPr>
          <p:nvPr/>
        </p:nvCxnSpPr>
        <p:spPr>
          <a:xfrm>
            <a:off x="5477240" y="85855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B8A9540-E230-1B08-9DAA-206CB512C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8070" y="1669832"/>
            <a:ext cx="1309517" cy="372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AF9CCD-2DB0-F0B1-E36C-0B8352F6B3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42947" y="1669832"/>
            <a:ext cx="1309517" cy="372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35E290-FAB7-9B99-2A78-EA47721A659F}"/>
              </a:ext>
            </a:extLst>
          </p:cNvPr>
          <p:cNvSpPr txBox="1"/>
          <p:nvPr/>
        </p:nvSpPr>
        <p:spPr>
          <a:xfrm>
            <a:off x="868588" y="2017103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59AD95-CE2C-8E5B-6CAF-863602918440}"/>
              </a:ext>
            </a:extLst>
          </p:cNvPr>
          <p:cNvSpPr txBox="1"/>
          <p:nvPr/>
        </p:nvSpPr>
        <p:spPr>
          <a:xfrm>
            <a:off x="7144893" y="2011851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9889DB-0731-1D34-FDBD-2976959E04BE}"/>
              </a:ext>
            </a:extLst>
          </p:cNvPr>
          <p:cNvSpPr txBox="1"/>
          <p:nvPr/>
        </p:nvSpPr>
        <p:spPr>
          <a:xfrm>
            <a:off x="5114835" y="2014792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09822-DD7C-E580-15EF-30F2893CA449}"/>
              </a:ext>
            </a:extLst>
          </p:cNvPr>
          <p:cNvSpPr txBox="1"/>
          <p:nvPr/>
        </p:nvSpPr>
        <p:spPr>
          <a:xfrm>
            <a:off x="4861096" y="226118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C286D8-9387-A240-E066-A43B8DCB653F}"/>
              </a:ext>
            </a:extLst>
          </p:cNvPr>
          <p:cNvCxnSpPr>
            <a:cxnSpLocks/>
          </p:cNvCxnSpPr>
          <p:nvPr/>
        </p:nvCxnSpPr>
        <p:spPr>
          <a:xfrm>
            <a:off x="2290356" y="2536143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179DCBC-F762-F62E-C40B-0C0C8D9956D3}"/>
              </a:ext>
            </a:extLst>
          </p:cNvPr>
          <p:cNvSpPr txBox="1"/>
          <p:nvPr/>
        </p:nvSpPr>
        <p:spPr>
          <a:xfrm>
            <a:off x="552504" y="4870371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6053FB-4E56-F5BC-4C94-0A6A6FA644DB}"/>
              </a:ext>
            </a:extLst>
          </p:cNvPr>
          <p:cNvSpPr txBox="1"/>
          <p:nvPr/>
        </p:nvSpPr>
        <p:spPr>
          <a:xfrm>
            <a:off x="2072589" y="4871962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A845EC-8AA4-EA6F-78AC-9744C824389E}"/>
              </a:ext>
            </a:extLst>
          </p:cNvPr>
          <p:cNvSpPr txBox="1"/>
          <p:nvPr/>
        </p:nvSpPr>
        <p:spPr>
          <a:xfrm>
            <a:off x="3676618" y="4906095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BC12B1-CD5C-82CF-2586-EF1CFB9FEFAA}"/>
              </a:ext>
            </a:extLst>
          </p:cNvPr>
          <p:cNvSpPr txBox="1"/>
          <p:nvPr/>
        </p:nvSpPr>
        <p:spPr>
          <a:xfrm>
            <a:off x="5280566" y="4889754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37FE8C-57A9-CDBA-2E65-41843410DD78}"/>
              </a:ext>
            </a:extLst>
          </p:cNvPr>
          <p:cNvSpPr txBox="1"/>
          <p:nvPr/>
        </p:nvSpPr>
        <p:spPr>
          <a:xfrm>
            <a:off x="-1376486" y="4865079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E0618C-CB57-B5AB-3110-FD5B28FCC7AD}"/>
              </a:ext>
            </a:extLst>
          </p:cNvPr>
          <p:cNvSpPr txBox="1"/>
          <p:nvPr/>
        </p:nvSpPr>
        <p:spPr>
          <a:xfrm>
            <a:off x="6666755" y="4865603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7D7201D-5290-25CE-86DB-994345ED0B65}"/>
              </a:ext>
            </a:extLst>
          </p:cNvPr>
          <p:cNvCxnSpPr>
            <a:cxnSpLocks/>
          </p:cNvCxnSpPr>
          <p:nvPr/>
        </p:nvCxnSpPr>
        <p:spPr>
          <a:xfrm>
            <a:off x="-147890" y="3637878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4141003-636A-22D9-68B8-058BC3F1316E}"/>
              </a:ext>
            </a:extLst>
          </p:cNvPr>
          <p:cNvCxnSpPr>
            <a:cxnSpLocks/>
          </p:cNvCxnSpPr>
          <p:nvPr/>
        </p:nvCxnSpPr>
        <p:spPr>
          <a:xfrm flipV="1">
            <a:off x="-258036" y="5904181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996ECCA-AD28-FA4C-9A3B-CA7C3056B087}"/>
              </a:ext>
            </a:extLst>
          </p:cNvPr>
          <p:cNvCxnSpPr>
            <a:cxnSpLocks/>
          </p:cNvCxnSpPr>
          <p:nvPr/>
        </p:nvCxnSpPr>
        <p:spPr>
          <a:xfrm>
            <a:off x="8412693" y="2455137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2A4B775F-50F4-3790-E523-0F18E90739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893345" y="364022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6806A37F-E920-B9F9-17ED-5D53E466677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224369" y="364960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9BEB90F4-4321-4B8C-4B79-882532122BB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617119" y="364191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363AAFAB-4365-1BB8-2B50-11778544510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65335" y="363708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1E9EE8A2-E78E-D857-CF1D-CFA04FAE96B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74452" y="364068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9DCDCFA0-473C-05C0-41F4-5AA17411FF96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29289" y="364022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27D9BF1-961B-E399-A017-54DDE87B87CA}"/>
              </a:ext>
            </a:extLst>
          </p:cNvPr>
          <p:cNvSpPr txBox="1"/>
          <p:nvPr/>
        </p:nvSpPr>
        <p:spPr>
          <a:xfrm>
            <a:off x="682470" y="7354071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single-core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A063049-A944-F798-4088-B350539891AC}"/>
              </a:ext>
            </a:extLst>
          </p:cNvPr>
          <p:cNvSpPr txBox="1"/>
          <p:nvPr/>
        </p:nvSpPr>
        <p:spPr>
          <a:xfrm>
            <a:off x="2253934" y="7354071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double-core CE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C9A3F7-F534-68F6-9273-3FE6719C57A5}"/>
              </a:ext>
            </a:extLst>
          </p:cNvPr>
          <p:cNvSpPr txBox="1"/>
          <p:nvPr/>
        </p:nvSpPr>
        <p:spPr>
          <a:xfrm>
            <a:off x="3563818" y="738544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2BAA54-3EDB-53F0-B95E-30EFD081DF18}"/>
              </a:ext>
            </a:extLst>
          </p:cNvPr>
          <p:cNvSpPr txBox="1"/>
          <p:nvPr/>
        </p:nvSpPr>
        <p:spPr>
          <a:xfrm>
            <a:off x="5044994" y="7354055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C59021D-EC92-C90E-3A4F-F027F150AF2C}"/>
              </a:ext>
            </a:extLst>
          </p:cNvPr>
          <p:cNvSpPr txBox="1"/>
          <p:nvPr/>
        </p:nvSpPr>
        <p:spPr>
          <a:xfrm>
            <a:off x="-1486778" y="7329397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CD43D1C-3BD5-ACE7-A015-C26BE0E42EB4}"/>
              </a:ext>
            </a:extLst>
          </p:cNvPr>
          <p:cNvSpPr txBox="1"/>
          <p:nvPr/>
        </p:nvSpPr>
        <p:spPr>
          <a:xfrm>
            <a:off x="6076017" y="7329921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FFA24AB-797A-1946-D15E-4389C2CF9273}"/>
              </a:ext>
            </a:extLst>
          </p:cNvPr>
          <p:cNvCxnSpPr>
            <a:cxnSpLocks/>
          </p:cNvCxnSpPr>
          <p:nvPr/>
        </p:nvCxnSpPr>
        <p:spPr>
          <a:xfrm>
            <a:off x="-134196" y="5900720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850FDD41-CBC0-8E54-E049-667C22CCEB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02607" y="590306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E0F00D5D-2DAC-BCE4-C762-EE924AFF9A8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835108" y="591244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FF0B0805-03C8-8EDD-6D57-6860E41706E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29336" y="590475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510DFB2B-DFAC-5AB6-7D34-EC2F1597DA0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79029" y="589992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6BCC72E6-E4A2-524B-A336-2A894880391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60758" y="590352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ABB8189B-0894-1839-1BFC-79DD235467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15595" y="591856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" name="Picture 105">
            <a:extLst>
              <a:ext uri="{FF2B5EF4-FFF2-40B4-BE49-F238E27FC236}">
                <a16:creationId xmlns:a16="http://schemas.microsoft.com/office/drawing/2014/main" id="{9A737835-8477-B872-A8CA-EF0A0BC53F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1084048" y="4290398"/>
            <a:ext cx="1309517" cy="372909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53DB02C2-1EED-3E08-6B51-8EB35E215E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0775" y="4290398"/>
            <a:ext cx="1309517" cy="372909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42A08BF9-A49B-CC15-A33C-7D00C3A7CB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31514" y="4287901"/>
            <a:ext cx="1309517" cy="37290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BA3129D8-A0C9-7C33-0985-5148B90225E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63125" y="4287901"/>
            <a:ext cx="1309517" cy="372909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76F290F7-E87B-2B68-D30D-D6500F5B4AA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16286" y="4269382"/>
            <a:ext cx="1309517" cy="37290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F1DF153D-E337-D499-9BD4-B336FEBCB2A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47897" y="4269382"/>
            <a:ext cx="1309517" cy="37290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05D9C5C-219A-E125-F73C-1BB4C8F291EB}"/>
              </a:ext>
            </a:extLst>
          </p:cNvPr>
          <p:cNvSpPr txBox="1"/>
          <p:nvPr/>
        </p:nvSpPr>
        <p:spPr>
          <a:xfrm>
            <a:off x="7336911" y="7317167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27CDF253-35BA-2288-F56F-6D2ECB40571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06198" y="589956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38EE201-AA3C-13A5-F758-C66472087E1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527640" y="589711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929B7120-871B-F589-77ED-758CAAED754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59590" y="589711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023C61E-ABA2-F21B-9B10-C9F0C1B62D7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568753" y="591177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7709CC0-025F-3FCB-B6AF-40F186E2F8BE}"/>
              </a:ext>
            </a:extLst>
          </p:cNvPr>
          <p:cNvSpPr txBox="1"/>
          <p:nvPr/>
        </p:nvSpPr>
        <p:spPr>
          <a:xfrm>
            <a:off x="8628183" y="7284144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radiative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E6D1B5A-6722-57AD-0915-C95B994354D5}"/>
              </a:ext>
            </a:extLst>
          </p:cNvPr>
          <p:cNvSpPr txBox="1"/>
          <p:nvPr/>
        </p:nvSpPr>
        <p:spPr>
          <a:xfrm>
            <a:off x="11430589" y="7284144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sz="1200" dirty="0"/>
              <a:t>with CE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85110E9-E02F-DB0F-B01C-199EAF688042}"/>
              </a:ext>
            </a:extLst>
          </p:cNvPr>
          <p:cNvSpPr txBox="1"/>
          <p:nvPr/>
        </p:nvSpPr>
        <p:spPr>
          <a:xfrm>
            <a:off x="10068737" y="7284144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convective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BD2A681-630A-1029-7B25-CF8CB4F6BC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1032727" y="6830641"/>
            <a:ext cx="1309517" cy="37290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3775FD4D-6FB1-E7E2-7F1B-AFDFCEA328F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2096" y="6830641"/>
            <a:ext cx="1309517" cy="37290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3FE96DBF-E6C3-9A3F-B9B1-A5705B57C1C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382835" y="6828144"/>
            <a:ext cx="1309517" cy="372908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F5EBF71E-41C4-7558-8A87-D70D5B83DAB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735477" y="6828144"/>
            <a:ext cx="1309517" cy="372908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1C2B1C74-365E-C141-4F96-BF5CBC9AA43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133656" y="6809625"/>
            <a:ext cx="1309517" cy="372908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13D31E01-2DB5-BE03-08C8-7FCC9F70018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579288" y="6809625"/>
            <a:ext cx="1309517" cy="372908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F398CF9B-F563-E488-7C82-B568EB04C6E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801764" y="6805436"/>
            <a:ext cx="1309517" cy="372908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0E6FDAD-FDAD-D410-231D-3F7FF43819C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045919" y="6805436"/>
            <a:ext cx="1309517" cy="372908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3E4C0A07-0C64-3755-A9D1-27D52DD6430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444098" y="6786917"/>
            <a:ext cx="1309517" cy="372908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B65AC18-0EB7-5693-78D8-A1D91FC8EB4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1889730" y="6786917"/>
            <a:ext cx="1309517" cy="372908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DBFDAAD6-7096-955B-BE03-1A9FC0A108CB}"/>
              </a:ext>
            </a:extLst>
          </p:cNvPr>
          <p:cNvSpPr txBox="1"/>
          <p:nvPr/>
        </p:nvSpPr>
        <p:spPr>
          <a:xfrm>
            <a:off x="207453" y="2998004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EAB4B2-702E-FDF6-BB52-A8C9735FB075}"/>
              </a:ext>
            </a:extLst>
          </p:cNvPr>
          <p:cNvSpPr txBox="1"/>
          <p:nvPr/>
        </p:nvSpPr>
        <p:spPr>
          <a:xfrm>
            <a:off x="8686210" y="5331002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 CE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A16A044-CD1F-E13B-2A22-EA8E736D814C}"/>
              </a:ext>
            </a:extLst>
          </p:cNvPr>
          <p:cNvSpPr/>
          <p:nvPr/>
        </p:nvSpPr>
        <p:spPr>
          <a:xfrm>
            <a:off x="-1531033" y="615255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0F0DBEC-CEE5-78AD-374E-B43464A5ACAC}"/>
              </a:ext>
            </a:extLst>
          </p:cNvPr>
          <p:cNvCxnSpPr>
            <a:cxnSpLocks/>
          </p:cNvCxnSpPr>
          <p:nvPr/>
        </p:nvCxnSpPr>
        <p:spPr>
          <a:xfrm>
            <a:off x="2275109" y="851130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7315E4B8-7035-899B-49E7-13B7C774A231}"/>
              </a:ext>
            </a:extLst>
          </p:cNvPr>
          <p:cNvCxnSpPr>
            <a:cxnSpLocks/>
          </p:cNvCxnSpPr>
          <p:nvPr/>
        </p:nvCxnSpPr>
        <p:spPr>
          <a:xfrm>
            <a:off x="2267504" y="844580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6" name="Picture 135">
            <a:extLst>
              <a:ext uri="{FF2B5EF4-FFF2-40B4-BE49-F238E27FC236}">
                <a16:creationId xmlns:a16="http://schemas.microsoft.com/office/drawing/2014/main" id="{E7FF9683-C2E3-9EFB-A60F-B1BEDC6E0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2742" y="1670430"/>
            <a:ext cx="1309525" cy="372909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4D61733F-EC4E-A618-F070-6064B345CD98}"/>
              </a:ext>
            </a:extLst>
          </p:cNvPr>
          <p:cNvSpPr txBox="1"/>
          <p:nvPr/>
        </p:nvSpPr>
        <p:spPr>
          <a:xfrm>
            <a:off x="-410980" y="1091455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474A4E9-2B85-04ED-41F5-5BEE89DDC646}"/>
              </a:ext>
            </a:extLst>
          </p:cNvPr>
          <p:cNvCxnSpPr>
            <a:cxnSpLocks/>
          </p:cNvCxnSpPr>
          <p:nvPr/>
        </p:nvCxnSpPr>
        <p:spPr>
          <a:xfrm>
            <a:off x="8426265" y="87777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1B670D3-1E5E-C196-EF46-AA3D026F642C}"/>
              </a:ext>
            </a:extLst>
          </p:cNvPr>
          <p:cNvCxnSpPr>
            <a:cxnSpLocks/>
          </p:cNvCxnSpPr>
          <p:nvPr/>
        </p:nvCxnSpPr>
        <p:spPr>
          <a:xfrm>
            <a:off x="5490810" y="859156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262024B-A822-A267-4A9C-A7762D00D7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1640" y="1670430"/>
            <a:ext cx="1309517" cy="372909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CC2209B9-4C60-2BAC-BFAA-4411CFA385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56517" y="1670430"/>
            <a:ext cx="1309517" cy="372909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07FA0FF3-B4A6-11A3-8187-D4BC98BD2BCE}"/>
              </a:ext>
            </a:extLst>
          </p:cNvPr>
          <p:cNvSpPr txBox="1"/>
          <p:nvPr/>
        </p:nvSpPr>
        <p:spPr>
          <a:xfrm>
            <a:off x="882158" y="2017701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A8403AC-471D-371E-57C5-FC8527CBC3A9}"/>
              </a:ext>
            </a:extLst>
          </p:cNvPr>
          <p:cNvSpPr txBox="1"/>
          <p:nvPr/>
        </p:nvSpPr>
        <p:spPr>
          <a:xfrm>
            <a:off x="7158463" y="2012449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E4E7587-4AB7-F2BF-266E-9CFAB3BAA09E}"/>
              </a:ext>
            </a:extLst>
          </p:cNvPr>
          <p:cNvSpPr txBox="1"/>
          <p:nvPr/>
        </p:nvSpPr>
        <p:spPr>
          <a:xfrm>
            <a:off x="5128405" y="201539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188106F-5EAC-EC1C-DB7B-FF2D1A65A73F}"/>
              </a:ext>
            </a:extLst>
          </p:cNvPr>
          <p:cNvSpPr txBox="1"/>
          <p:nvPr/>
        </p:nvSpPr>
        <p:spPr>
          <a:xfrm>
            <a:off x="4874666" y="2261780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16D266A-8633-05E0-BD31-98AD9E1E85B2}"/>
              </a:ext>
            </a:extLst>
          </p:cNvPr>
          <p:cNvCxnSpPr>
            <a:cxnSpLocks/>
          </p:cNvCxnSpPr>
          <p:nvPr/>
        </p:nvCxnSpPr>
        <p:spPr>
          <a:xfrm>
            <a:off x="2303926" y="2536741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FF1F05C-63EC-4208-A9B1-96E8DF830279}"/>
              </a:ext>
            </a:extLst>
          </p:cNvPr>
          <p:cNvSpPr txBox="1"/>
          <p:nvPr/>
        </p:nvSpPr>
        <p:spPr>
          <a:xfrm>
            <a:off x="566074" y="487096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099B55A-B713-8493-D596-5FA09A9F5E44}"/>
              </a:ext>
            </a:extLst>
          </p:cNvPr>
          <p:cNvSpPr txBox="1"/>
          <p:nvPr/>
        </p:nvSpPr>
        <p:spPr>
          <a:xfrm>
            <a:off x="2086159" y="4872560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17785C0-B9CB-8883-7611-2B067DDD9F45}"/>
              </a:ext>
            </a:extLst>
          </p:cNvPr>
          <p:cNvSpPr txBox="1"/>
          <p:nvPr/>
        </p:nvSpPr>
        <p:spPr>
          <a:xfrm>
            <a:off x="3690188" y="490669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EE95F-D934-40B5-A993-FC9068C5215A}"/>
              </a:ext>
            </a:extLst>
          </p:cNvPr>
          <p:cNvSpPr txBox="1"/>
          <p:nvPr/>
        </p:nvSpPr>
        <p:spPr>
          <a:xfrm>
            <a:off x="5294136" y="4890352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F09BCCF-5E85-0BEB-5A45-881F6C113C05}"/>
              </a:ext>
            </a:extLst>
          </p:cNvPr>
          <p:cNvSpPr txBox="1"/>
          <p:nvPr/>
        </p:nvSpPr>
        <p:spPr>
          <a:xfrm>
            <a:off x="-1362916" y="4865677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50D944E-2794-AF71-2355-446A9DA7EC4D}"/>
              </a:ext>
            </a:extLst>
          </p:cNvPr>
          <p:cNvSpPr txBox="1"/>
          <p:nvPr/>
        </p:nvSpPr>
        <p:spPr>
          <a:xfrm>
            <a:off x="6680325" y="4866201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387F924-B008-0530-229A-C9B1479BDD3B}"/>
              </a:ext>
            </a:extLst>
          </p:cNvPr>
          <p:cNvCxnSpPr>
            <a:cxnSpLocks/>
          </p:cNvCxnSpPr>
          <p:nvPr/>
        </p:nvCxnSpPr>
        <p:spPr>
          <a:xfrm>
            <a:off x="-134320" y="3638476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7756E217-9E3A-A7D7-73E5-2812625DB1D5}"/>
              </a:ext>
            </a:extLst>
          </p:cNvPr>
          <p:cNvCxnSpPr>
            <a:cxnSpLocks/>
          </p:cNvCxnSpPr>
          <p:nvPr/>
        </p:nvCxnSpPr>
        <p:spPr>
          <a:xfrm flipV="1">
            <a:off x="-244466" y="5904779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1F1E23A-6FD4-9D5C-A35E-BFF7980C59D5}"/>
              </a:ext>
            </a:extLst>
          </p:cNvPr>
          <p:cNvCxnSpPr>
            <a:cxnSpLocks/>
          </p:cNvCxnSpPr>
          <p:nvPr/>
        </p:nvCxnSpPr>
        <p:spPr>
          <a:xfrm>
            <a:off x="8426263" y="2455735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0CF63803-830B-A836-6A5E-73164B5EF79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06915" y="364082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E11064C2-2B99-9EDB-302D-92AB6A5B85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237939" y="365020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Elbow Connector 157">
            <a:extLst>
              <a:ext uri="{FF2B5EF4-FFF2-40B4-BE49-F238E27FC236}">
                <a16:creationId xmlns:a16="http://schemas.microsoft.com/office/drawing/2014/main" id="{37BC31C6-C782-42F6-8827-38694B5FC74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630689" y="364250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2F3AE955-98E2-89CB-61AD-03EE2E45C60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78905" y="363768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D4E85DD4-82EF-5F57-15DE-C29ED6D2016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60882" y="364127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A4925901-A8A9-4885-0115-7CF58DAE619C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15719" y="364082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F4E10CBC-076D-54FB-A456-017ACEF26DD8}"/>
              </a:ext>
            </a:extLst>
          </p:cNvPr>
          <p:cNvSpPr txBox="1"/>
          <p:nvPr/>
        </p:nvSpPr>
        <p:spPr>
          <a:xfrm>
            <a:off x="696040" y="7354669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single-core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ED49EAB-2CD7-9752-5824-264D0014E2F2}"/>
              </a:ext>
            </a:extLst>
          </p:cNvPr>
          <p:cNvSpPr txBox="1"/>
          <p:nvPr/>
        </p:nvSpPr>
        <p:spPr>
          <a:xfrm>
            <a:off x="2267504" y="7354669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double-core CE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2216AB6-3B22-DE67-9018-F8021C7D06CE}"/>
              </a:ext>
            </a:extLst>
          </p:cNvPr>
          <p:cNvSpPr txBox="1"/>
          <p:nvPr/>
        </p:nvSpPr>
        <p:spPr>
          <a:xfrm>
            <a:off x="3577388" y="7386047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AAE58C7-0C7B-96BF-29FA-078FED0F2790}"/>
              </a:ext>
            </a:extLst>
          </p:cNvPr>
          <p:cNvSpPr txBox="1"/>
          <p:nvPr/>
        </p:nvSpPr>
        <p:spPr>
          <a:xfrm>
            <a:off x="5058564" y="7354653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EB54708-77A0-F9B6-4B29-6ED15C908CCA}"/>
              </a:ext>
            </a:extLst>
          </p:cNvPr>
          <p:cNvSpPr txBox="1"/>
          <p:nvPr/>
        </p:nvSpPr>
        <p:spPr>
          <a:xfrm>
            <a:off x="-1473208" y="7329995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ED9C777-9959-AF8B-C485-D29B7FCA2020}"/>
              </a:ext>
            </a:extLst>
          </p:cNvPr>
          <p:cNvSpPr txBox="1"/>
          <p:nvPr/>
        </p:nvSpPr>
        <p:spPr>
          <a:xfrm>
            <a:off x="6089587" y="7330519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F2C0AAD-80CA-5E5C-1697-032AF7C1B394}"/>
              </a:ext>
            </a:extLst>
          </p:cNvPr>
          <p:cNvCxnSpPr>
            <a:cxnSpLocks/>
          </p:cNvCxnSpPr>
          <p:nvPr/>
        </p:nvCxnSpPr>
        <p:spPr>
          <a:xfrm>
            <a:off x="-120626" y="5901318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13EFF107-2839-CDB1-86A6-BC76A761C37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16177" y="590366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51724563-CED7-3288-E1C0-8C7C24078C4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848678" y="591304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9B8C974C-0A00-AED1-59D5-91C18C58028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42906" y="590535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Elbow Connector 171">
            <a:extLst>
              <a:ext uri="{FF2B5EF4-FFF2-40B4-BE49-F238E27FC236}">
                <a16:creationId xmlns:a16="http://schemas.microsoft.com/office/drawing/2014/main" id="{8C26F93D-8C56-61FC-8C87-2C294AD3FF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92599" y="5900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46E5F826-F3D9-566E-CDF5-C1105601065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47188" y="590412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Elbow Connector 173">
            <a:extLst>
              <a:ext uri="{FF2B5EF4-FFF2-40B4-BE49-F238E27FC236}">
                <a16:creationId xmlns:a16="http://schemas.microsoft.com/office/drawing/2014/main" id="{16F52A9E-B18E-6839-7753-46469ACE28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02025" y="591916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D842DF5C-E476-F314-CDDF-9D1A5E57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1070478" y="4290996"/>
            <a:ext cx="1309517" cy="372909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55F41EFE-BF7F-A492-95D3-DF391309D1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4345" y="4290996"/>
            <a:ext cx="1309517" cy="372909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3DC305FC-7108-7811-6D15-6A14CD0A52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45084" y="4288499"/>
            <a:ext cx="1309517" cy="372909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42B83E6C-3B42-FC32-B86D-B293D3C24FB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76695" y="4288499"/>
            <a:ext cx="1309517" cy="372909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107A7372-CB84-3811-62FB-213084C4385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29856" y="4269980"/>
            <a:ext cx="1309517" cy="372909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D15F3434-A583-CE28-5409-DD458159A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61467" y="4269980"/>
            <a:ext cx="1309517" cy="372909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64B91CFF-1DF0-721A-D0E1-5225140F7620}"/>
              </a:ext>
            </a:extLst>
          </p:cNvPr>
          <p:cNvSpPr txBox="1"/>
          <p:nvPr/>
        </p:nvSpPr>
        <p:spPr>
          <a:xfrm>
            <a:off x="7350481" y="7317765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CB4525A9-5689-6720-1831-A802988FA79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19768" y="5900163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Elbow Connector 182">
            <a:extLst>
              <a:ext uri="{FF2B5EF4-FFF2-40B4-BE49-F238E27FC236}">
                <a16:creationId xmlns:a16="http://schemas.microsoft.com/office/drawing/2014/main" id="{C877DFFC-9B66-7E6F-E676-609EF49E620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541210" y="589771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8DEA8C6C-8CB5-1314-825A-84DB52758BC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73160" y="589771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31D38AC7-7971-ADCB-B4CD-BD3A7B1E053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582323" y="591236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81D9E6C8-B5C7-1683-3FB4-55FC3F396D38}"/>
              </a:ext>
            </a:extLst>
          </p:cNvPr>
          <p:cNvSpPr txBox="1"/>
          <p:nvPr/>
        </p:nvSpPr>
        <p:spPr>
          <a:xfrm>
            <a:off x="8641753" y="7284742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radiative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AD9D820-C7DF-F881-C45A-E7371013D5F0}"/>
              </a:ext>
            </a:extLst>
          </p:cNvPr>
          <p:cNvSpPr txBox="1"/>
          <p:nvPr/>
        </p:nvSpPr>
        <p:spPr>
          <a:xfrm>
            <a:off x="11444159" y="7284742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sz="1200" dirty="0"/>
              <a:t>with CE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7109C29-2100-6E16-0348-22465CACD0E1}"/>
              </a:ext>
            </a:extLst>
          </p:cNvPr>
          <p:cNvSpPr txBox="1"/>
          <p:nvPr/>
        </p:nvSpPr>
        <p:spPr>
          <a:xfrm>
            <a:off x="10082307" y="7284742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convective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pic>
        <p:nvPicPr>
          <p:cNvPr id="189" name="Picture 188">
            <a:extLst>
              <a:ext uri="{FF2B5EF4-FFF2-40B4-BE49-F238E27FC236}">
                <a16:creationId xmlns:a16="http://schemas.microsoft.com/office/drawing/2014/main" id="{D27D7E22-DEBE-C3B6-0857-617FA91DDD1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1019157" y="6831239"/>
            <a:ext cx="1309517" cy="372908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7B6F1504-608E-597D-EB73-AF9D9CBB968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5666" y="6831239"/>
            <a:ext cx="1309517" cy="372908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C21423CE-FBCE-EA48-DDA9-62B77B19050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396405" y="6828742"/>
            <a:ext cx="1309517" cy="372908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6651C25B-AE42-8154-D5DE-39C96C5E0C4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749047" y="6828742"/>
            <a:ext cx="1309517" cy="372908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365D979A-44D7-58ED-5C5F-05FF5F2B993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147226" y="6810223"/>
            <a:ext cx="1309517" cy="372908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EE320F71-83D2-6631-F4F7-D21AFCD03EA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592858" y="6810223"/>
            <a:ext cx="1309517" cy="372908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696CA66B-8EDF-6C97-EC45-74D45FC0749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815334" y="6806034"/>
            <a:ext cx="1309517" cy="372908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BBAF69D0-7F30-384E-5D5C-3FB8E8BD741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059489" y="6806034"/>
            <a:ext cx="1309517" cy="372908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49217077-E313-6C08-A0D3-7A43B54E680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457668" y="6787515"/>
            <a:ext cx="1309517" cy="372908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4A25EB7E-E419-D928-1733-2D27993C3CE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1903300" y="6787515"/>
            <a:ext cx="1309517" cy="372908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7D314743-B317-38A2-A088-0A753F9394C6}"/>
              </a:ext>
            </a:extLst>
          </p:cNvPr>
          <p:cNvSpPr txBox="1"/>
          <p:nvPr/>
        </p:nvSpPr>
        <p:spPr>
          <a:xfrm>
            <a:off x="221023" y="2998602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677BFF5-48B9-B13B-7D21-3C2193218020}"/>
              </a:ext>
            </a:extLst>
          </p:cNvPr>
          <p:cNvSpPr txBox="1"/>
          <p:nvPr/>
        </p:nvSpPr>
        <p:spPr>
          <a:xfrm>
            <a:off x="8699780" y="5331600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 CE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76B644E-35D2-CCF1-6646-5BE9626664C5}"/>
              </a:ext>
            </a:extLst>
          </p:cNvPr>
          <p:cNvSpPr/>
          <p:nvPr/>
        </p:nvSpPr>
        <p:spPr>
          <a:xfrm>
            <a:off x="-1531033" y="704792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693F2334-DF2B-C034-4D39-BBF7702E32BD}"/>
              </a:ext>
            </a:extLst>
          </p:cNvPr>
          <p:cNvCxnSpPr>
            <a:cxnSpLocks/>
          </p:cNvCxnSpPr>
          <p:nvPr/>
        </p:nvCxnSpPr>
        <p:spPr>
          <a:xfrm>
            <a:off x="2275109" y="94066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6EB66BC-5029-6937-7DA9-5A285503E2A5}"/>
              </a:ext>
            </a:extLst>
          </p:cNvPr>
          <p:cNvCxnSpPr>
            <a:cxnSpLocks/>
          </p:cNvCxnSpPr>
          <p:nvPr/>
        </p:nvCxnSpPr>
        <p:spPr>
          <a:xfrm>
            <a:off x="2267504" y="934117"/>
            <a:ext cx="6179998" cy="331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65111991-114E-704E-0C5D-685D867B5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2742" y="1759967"/>
            <a:ext cx="1309525" cy="372909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DC1E482A-63B5-F6BF-8A96-A813AD27BC50}"/>
              </a:ext>
            </a:extLst>
          </p:cNvPr>
          <p:cNvSpPr txBox="1"/>
          <p:nvPr/>
        </p:nvSpPr>
        <p:spPr>
          <a:xfrm>
            <a:off x="-410980" y="1180992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2D770F69-9D57-D8BF-9374-FADDE36CBE32}"/>
              </a:ext>
            </a:extLst>
          </p:cNvPr>
          <p:cNvCxnSpPr>
            <a:cxnSpLocks/>
          </p:cNvCxnSpPr>
          <p:nvPr/>
        </p:nvCxnSpPr>
        <p:spPr>
          <a:xfrm>
            <a:off x="8426265" y="967309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D70DD5A-CB4C-759B-D035-E4D791C67AA0}"/>
              </a:ext>
            </a:extLst>
          </p:cNvPr>
          <p:cNvCxnSpPr>
            <a:cxnSpLocks/>
          </p:cNvCxnSpPr>
          <p:nvPr/>
        </p:nvCxnSpPr>
        <p:spPr>
          <a:xfrm>
            <a:off x="5490810" y="948693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DD4633E6-DD2A-9489-720C-B131FCCA05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1640" y="1759967"/>
            <a:ext cx="1309517" cy="372909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45599FEE-1037-9858-899D-791F24BFA1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56517" y="1759967"/>
            <a:ext cx="1309517" cy="372909"/>
          </a:xfrm>
          <a:prstGeom prst="rect">
            <a:avLst/>
          </a:prstGeom>
        </p:spPr>
      </p:pic>
      <p:sp>
        <p:nvSpPr>
          <p:cNvPr id="210" name="TextBox 209">
            <a:extLst>
              <a:ext uri="{FF2B5EF4-FFF2-40B4-BE49-F238E27FC236}">
                <a16:creationId xmlns:a16="http://schemas.microsoft.com/office/drawing/2014/main" id="{D4CF6785-0E81-C1C3-464A-30A96281835D}"/>
              </a:ext>
            </a:extLst>
          </p:cNvPr>
          <p:cNvSpPr txBox="1"/>
          <p:nvPr/>
        </p:nvSpPr>
        <p:spPr>
          <a:xfrm>
            <a:off x="882158" y="2107238"/>
            <a:ext cx="28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without common envelope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C3997AD-DA5F-6200-C238-9104C6AAEB61}"/>
              </a:ext>
            </a:extLst>
          </p:cNvPr>
          <p:cNvSpPr txBox="1"/>
          <p:nvPr/>
        </p:nvSpPr>
        <p:spPr>
          <a:xfrm>
            <a:off x="7158463" y="2101986"/>
            <a:ext cx="250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with common envelope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E1478C9-50A7-70E7-C7B7-A29D7BDFB2C2}"/>
              </a:ext>
            </a:extLst>
          </p:cNvPr>
          <p:cNvSpPr txBox="1"/>
          <p:nvPr/>
        </p:nvSpPr>
        <p:spPr>
          <a:xfrm>
            <a:off x="5128405" y="2104927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6ADB0C5-9D39-EA2E-3486-02875715F419}"/>
              </a:ext>
            </a:extLst>
          </p:cNvPr>
          <p:cNvSpPr txBox="1"/>
          <p:nvPr/>
        </p:nvSpPr>
        <p:spPr>
          <a:xfrm>
            <a:off x="4874666" y="235131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156AED62-73A2-E303-6F40-33AF48D437F5}"/>
              </a:ext>
            </a:extLst>
          </p:cNvPr>
          <p:cNvCxnSpPr>
            <a:cxnSpLocks/>
          </p:cNvCxnSpPr>
          <p:nvPr/>
        </p:nvCxnSpPr>
        <p:spPr>
          <a:xfrm>
            <a:off x="2303926" y="2626278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2CAE5741-9015-1A5D-69E3-55C9FA88F746}"/>
              </a:ext>
            </a:extLst>
          </p:cNvPr>
          <p:cNvSpPr txBox="1"/>
          <p:nvPr/>
        </p:nvSpPr>
        <p:spPr>
          <a:xfrm>
            <a:off x="566074" y="4960506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SMT + NON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96DD67E-71B2-00F4-606B-A823473381C9}"/>
              </a:ext>
            </a:extLst>
          </p:cNvPr>
          <p:cNvSpPr txBox="1"/>
          <p:nvPr/>
        </p:nvSpPr>
        <p:spPr>
          <a:xfrm>
            <a:off x="2086159" y="4962097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SMT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1D11BF5-0531-AE47-F1C1-5AD0D421F7A5}"/>
              </a:ext>
            </a:extLst>
          </p:cNvPr>
          <p:cNvSpPr txBox="1"/>
          <p:nvPr/>
        </p:nvSpPr>
        <p:spPr>
          <a:xfrm>
            <a:off x="3690188" y="4996230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 + NON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800A7AA-22D6-D793-0255-0FB67AF8BBAB}"/>
              </a:ext>
            </a:extLst>
          </p:cNvPr>
          <p:cNvSpPr txBox="1"/>
          <p:nvPr/>
        </p:nvSpPr>
        <p:spPr>
          <a:xfrm>
            <a:off x="5294136" y="4979889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7064674-3811-DDE5-B10E-4921DCD14F9F}"/>
              </a:ext>
            </a:extLst>
          </p:cNvPr>
          <p:cNvSpPr txBox="1"/>
          <p:nvPr/>
        </p:nvSpPr>
        <p:spPr>
          <a:xfrm>
            <a:off x="-1362916" y="4955214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OSMT</a:t>
            </a:r>
            <a:br>
              <a:rPr lang="en-US" dirty="0"/>
            </a:br>
            <a:r>
              <a:rPr lang="en-US" dirty="0"/>
              <a:t>(SMT+SMT)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2136D70-759C-CF1A-82A7-FB1BFA13C3ED}"/>
              </a:ext>
            </a:extLst>
          </p:cNvPr>
          <p:cNvSpPr txBox="1"/>
          <p:nvPr/>
        </p:nvSpPr>
        <p:spPr>
          <a:xfrm>
            <a:off x="6680325" y="4955738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sz="1200" dirty="0"/>
              <a:t>without CE 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D5BAEF4-1DF3-64A4-768A-F4796E583C69}"/>
              </a:ext>
            </a:extLst>
          </p:cNvPr>
          <p:cNvCxnSpPr>
            <a:cxnSpLocks/>
          </p:cNvCxnSpPr>
          <p:nvPr/>
        </p:nvCxnSpPr>
        <p:spPr>
          <a:xfrm>
            <a:off x="-134320" y="3728013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8DD180EB-A766-5552-0300-ADC31B323E0A}"/>
              </a:ext>
            </a:extLst>
          </p:cNvPr>
          <p:cNvCxnSpPr>
            <a:cxnSpLocks/>
          </p:cNvCxnSpPr>
          <p:nvPr/>
        </p:nvCxnSpPr>
        <p:spPr>
          <a:xfrm flipV="1">
            <a:off x="-244466" y="5994316"/>
            <a:ext cx="8137647" cy="1518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04495068-730F-4015-ED53-05F615E18B3F}"/>
              </a:ext>
            </a:extLst>
          </p:cNvPr>
          <p:cNvCxnSpPr>
            <a:cxnSpLocks/>
          </p:cNvCxnSpPr>
          <p:nvPr/>
        </p:nvCxnSpPr>
        <p:spPr>
          <a:xfrm>
            <a:off x="8426263" y="2545272"/>
            <a:ext cx="42479" cy="3449044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Elbow Connector 223">
            <a:extLst>
              <a:ext uri="{FF2B5EF4-FFF2-40B4-BE49-F238E27FC236}">
                <a16:creationId xmlns:a16="http://schemas.microsoft.com/office/drawing/2014/main" id="{D7615BE0-D0EB-D291-9D19-CF14EA98DB1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06915" y="373036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157B2F1C-EB80-B666-7A05-539DCC7EA49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237939" y="373974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Elbow Connector 225">
            <a:extLst>
              <a:ext uri="{FF2B5EF4-FFF2-40B4-BE49-F238E27FC236}">
                <a16:creationId xmlns:a16="http://schemas.microsoft.com/office/drawing/2014/main" id="{EBA90DD5-1CF1-F7F6-177D-2F9AF057B35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630689" y="373204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Elbow Connector 226">
            <a:extLst>
              <a:ext uri="{FF2B5EF4-FFF2-40B4-BE49-F238E27FC236}">
                <a16:creationId xmlns:a16="http://schemas.microsoft.com/office/drawing/2014/main" id="{00F9A345-00CC-F995-8AC4-3D100F4B368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78905" y="372721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Elbow Connector 227">
            <a:extLst>
              <a:ext uri="{FF2B5EF4-FFF2-40B4-BE49-F238E27FC236}">
                <a16:creationId xmlns:a16="http://schemas.microsoft.com/office/drawing/2014/main" id="{CFA5A421-3756-3699-CF51-6057C907EC1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60882" y="3730815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Elbow Connector 228">
            <a:extLst>
              <a:ext uri="{FF2B5EF4-FFF2-40B4-BE49-F238E27FC236}">
                <a16:creationId xmlns:a16="http://schemas.microsoft.com/office/drawing/2014/main" id="{D7512B6C-F832-4432-9055-E03E42403EED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15719" y="373036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9443780E-863C-EFF3-D7E3-EAFEDF433907}"/>
              </a:ext>
            </a:extLst>
          </p:cNvPr>
          <p:cNvSpPr txBox="1"/>
          <p:nvPr/>
        </p:nvSpPr>
        <p:spPr>
          <a:xfrm>
            <a:off x="696040" y="7444206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single-core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BEC7D49-F9B6-C178-2C6B-71493D615E82}"/>
              </a:ext>
            </a:extLst>
          </p:cNvPr>
          <p:cNvSpPr txBox="1"/>
          <p:nvPr/>
        </p:nvSpPr>
        <p:spPr>
          <a:xfrm>
            <a:off x="2267504" y="7444206"/>
            <a:ext cx="16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double-core CE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E745F1F-913E-6884-1859-F8FE95AF5D09}"/>
              </a:ext>
            </a:extLst>
          </p:cNvPr>
          <p:cNvSpPr txBox="1"/>
          <p:nvPr/>
        </p:nvSpPr>
        <p:spPr>
          <a:xfrm>
            <a:off x="3577388" y="7475584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 + SMT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5AAA9E7-6BD4-6888-42D0-98CE393C075C}"/>
              </a:ext>
            </a:extLst>
          </p:cNvPr>
          <p:cNvSpPr txBox="1"/>
          <p:nvPr/>
        </p:nvSpPr>
        <p:spPr>
          <a:xfrm>
            <a:off x="5058564" y="7444190"/>
            <a:ext cx="168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CEE+CEE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3DA5ED9-ECB7-7B9B-6A80-817D05ACC03C}"/>
              </a:ext>
            </a:extLst>
          </p:cNvPr>
          <p:cNvSpPr txBox="1"/>
          <p:nvPr/>
        </p:nvSpPr>
        <p:spPr>
          <a:xfrm>
            <a:off x="-1473208" y="7419532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classic CE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7A476E58-0A6B-C923-DB13-710C6B1D1F95}"/>
              </a:ext>
            </a:extLst>
          </p:cNvPr>
          <p:cNvSpPr txBox="1"/>
          <p:nvPr/>
        </p:nvSpPr>
        <p:spPr>
          <a:xfrm>
            <a:off x="6089587" y="7420056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NON+CEE</a:t>
            </a:r>
            <a:endParaRPr lang="en-US" sz="1200" dirty="0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A4D38451-FDB8-B93D-518C-2817B9D2DC78}"/>
              </a:ext>
            </a:extLst>
          </p:cNvPr>
          <p:cNvCxnSpPr>
            <a:cxnSpLocks/>
          </p:cNvCxnSpPr>
          <p:nvPr/>
        </p:nvCxnSpPr>
        <p:spPr>
          <a:xfrm>
            <a:off x="-120626" y="5990855"/>
            <a:ext cx="799103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Elbow Connector 236">
            <a:extLst>
              <a:ext uri="{FF2B5EF4-FFF2-40B4-BE49-F238E27FC236}">
                <a16:creationId xmlns:a16="http://schemas.microsoft.com/office/drawing/2014/main" id="{FF7E7FD7-AC5F-88A3-9982-DD57EFE0D2F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16177" y="599320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4ACE546A-2FF5-1FBE-395E-B862465691A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848678" y="600258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Elbow Connector 238">
            <a:extLst>
              <a:ext uri="{FF2B5EF4-FFF2-40B4-BE49-F238E27FC236}">
                <a16:creationId xmlns:a16="http://schemas.microsoft.com/office/drawing/2014/main" id="{E1E4B2AC-E11D-691B-7D18-F66E2602132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42906" y="599488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Elbow Connector 239">
            <a:extLst>
              <a:ext uri="{FF2B5EF4-FFF2-40B4-BE49-F238E27FC236}">
                <a16:creationId xmlns:a16="http://schemas.microsoft.com/office/drawing/2014/main" id="{D7F0249E-BC54-ED87-12E8-A92B1934A28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92599" y="5990061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Elbow Connector 240">
            <a:extLst>
              <a:ext uri="{FF2B5EF4-FFF2-40B4-BE49-F238E27FC236}">
                <a16:creationId xmlns:a16="http://schemas.microsoft.com/office/drawing/2014/main" id="{EF57640E-9107-D849-849E-3D8D8950383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-447188" y="599365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Elbow Connector 241">
            <a:extLst>
              <a:ext uri="{FF2B5EF4-FFF2-40B4-BE49-F238E27FC236}">
                <a16:creationId xmlns:a16="http://schemas.microsoft.com/office/drawing/2014/main" id="{8EB52088-2022-A7BD-B705-4D0877D1BA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-402025" y="6008702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3" name="Picture 242">
            <a:extLst>
              <a:ext uri="{FF2B5EF4-FFF2-40B4-BE49-F238E27FC236}">
                <a16:creationId xmlns:a16="http://schemas.microsoft.com/office/drawing/2014/main" id="{FDACF5B9-435C-C6F7-C55B-FB0F887924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1070478" y="4380533"/>
            <a:ext cx="1309517" cy="372909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75B2E2E4-3811-A422-1056-2F8687F9D9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4345" y="4380533"/>
            <a:ext cx="1309517" cy="372909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831637D9-B907-93EE-3DAC-145CFCF099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45084" y="4378036"/>
            <a:ext cx="1309517" cy="372909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413456F7-95FC-F440-4427-1D08D7FBD17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76695" y="4378036"/>
            <a:ext cx="1309517" cy="372909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9C640A74-7EB6-A0E6-89AA-CD700F3AF43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29856" y="4359517"/>
            <a:ext cx="1309517" cy="372909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40B833B7-7049-5974-23A5-DD47776781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61467" y="4359517"/>
            <a:ext cx="1309517" cy="372909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7DF9BE5C-2CA7-248B-DD5A-E9B2609BA995}"/>
              </a:ext>
            </a:extLst>
          </p:cNvPr>
          <p:cNvSpPr txBox="1"/>
          <p:nvPr/>
        </p:nvSpPr>
        <p:spPr>
          <a:xfrm>
            <a:off x="7350481" y="7407302"/>
            <a:ext cx="22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CEE+NON</a:t>
            </a:r>
            <a:endParaRPr lang="en-US" sz="1200" dirty="0"/>
          </a:p>
        </p:txBody>
      </p: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8FA73F95-EB35-C5B4-82B2-B7DB66C4BEF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19768" y="5989700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8B73DCDF-B0EC-247C-F825-DDABB4394D5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541210" y="598724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2" name="Elbow Connector 251">
            <a:extLst>
              <a:ext uri="{FF2B5EF4-FFF2-40B4-BE49-F238E27FC236}">
                <a16:creationId xmlns:a16="http://schemas.microsoft.com/office/drawing/2014/main" id="{A56F9156-F590-EC57-8B62-948D48ECD6C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073160" y="5987249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726530DE-685E-AE20-0979-3A914BDFF4C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582323" y="6001906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6C6E0A91-ACDA-CF34-2D7B-DA2F805F2E09}"/>
              </a:ext>
            </a:extLst>
          </p:cNvPr>
          <p:cNvSpPr txBox="1"/>
          <p:nvPr/>
        </p:nvSpPr>
        <p:spPr>
          <a:xfrm>
            <a:off x="8641753" y="7374279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radiative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85E40A35-B132-748A-E5CC-7B88B73A8A18}"/>
              </a:ext>
            </a:extLst>
          </p:cNvPr>
          <p:cNvSpPr txBox="1"/>
          <p:nvPr/>
        </p:nvSpPr>
        <p:spPr>
          <a:xfrm>
            <a:off x="11444159" y="7374279"/>
            <a:ext cx="223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sz="1200" dirty="0"/>
              <a:t>with CE 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3BEE844-13A8-726F-CD55-3601BCA5DE63}"/>
              </a:ext>
            </a:extLst>
          </p:cNvPr>
          <p:cNvSpPr txBox="1"/>
          <p:nvPr/>
        </p:nvSpPr>
        <p:spPr>
          <a:xfrm>
            <a:off x="10082307" y="7374279"/>
            <a:ext cx="2238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convective</a:t>
            </a:r>
            <a:br>
              <a:rPr lang="en-US" dirty="0"/>
            </a:br>
            <a:r>
              <a:rPr lang="en-US" dirty="0"/>
              <a:t>CE</a:t>
            </a:r>
            <a:endParaRPr lang="en-US" sz="1200" dirty="0"/>
          </a:p>
        </p:txBody>
      </p:sp>
      <p:pic>
        <p:nvPicPr>
          <p:cNvPr id="257" name="Picture 256">
            <a:extLst>
              <a:ext uri="{FF2B5EF4-FFF2-40B4-BE49-F238E27FC236}">
                <a16:creationId xmlns:a16="http://schemas.microsoft.com/office/drawing/2014/main" id="{84273999-5F2F-6F2C-0CB1-E0CCD82C9DA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-1019157" y="6920776"/>
            <a:ext cx="1309517" cy="372908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2BB20182-0DB8-F046-2040-CBDDCBE39EA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5666" y="6920776"/>
            <a:ext cx="1309517" cy="372908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8ECF0F45-0594-36E6-CF98-78E40965514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396405" y="6918279"/>
            <a:ext cx="1309517" cy="372908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D84B26F9-B0BD-225D-51BF-682ADD137B7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749047" y="6918279"/>
            <a:ext cx="1309517" cy="372908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9B5DA7E9-9422-6ABC-6EC4-08877E73790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147226" y="6899760"/>
            <a:ext cx="1309517" cy="372908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AC4FC52E-1162-E9C1-8E6B-E873C3BD47E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592858" y="6899760"/>
            <a:ext cx="1309517" cy="372908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424D8F2C-C7BE-8806-16F8-8BE7DD5DCF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815334" y="6895571"/>
            <a:ext cx="1309517" cy="372908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B42CAC6E-CE1A-9712-B714-16B7D6BE753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059489" y="6895571"/>
            <a:ext cx="1309517" cy="372908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8DB1B97F-2FC5-9C2F-3473-01AD602F682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457668" y="6877052"/>
            <a:ext cx="1309517" cy="372908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526A2B2D-85CA-8725-D6E6-7B891F9B2B3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1903300" y="6877052"/>
            <a:ext cx="1309517" cy="372908"/>
          </a:xfrm>
          <a:prstGeom prst="rect">
            <a:avLst/>
          </a:prstGeom>
        </p:spPr>
      </p:pic>
      <p:sp>
        <p:nvSpPr>
          <p:cNvPr id="267" name="TextBox 266">
            <a:extLst>
              <a:ext uri="{FF2B5EF4-FFF2-40B4-BE49-F238E27FC236}">
                <a16:creationId xmlns:a16="http://schemas.microsoft.com/office/drawing/2014/main" id="{ED70FF02-757F-D174-9416-87AC94165DBA}"/>
              </a:ext>
            </a:extLst>
          </p:cNvPr>
          <p:cNvSpPr txBox="1"/>
          <p:nvPr/>
        </p:nvSpPr>
        <p:spPr>
          <a:xfrm>
            <a:off x="221023" y="3088139"/>
            <a:ext cx="201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without CE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1784444E-A1EF-57DD-5785-02305AF52A98}"/>
              </a:ext>
            </a:extLst>
          </p:cNvPr>
          <p:cNvSpPr txBox="1"/>
          <p:nvPr/>
        </p:nvSpPr>
        <p:spPr>
          <a:xfrm>
            <a:off x="8699780" y="5421137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 with CE</a:t>
            </a:r>
          </a:p>
        </p:txBody>
      </p:sp>
    </p:spTree>
    <p:extLst>
      <p:ext uri="{BB962C8B-B14F-4D97-AF65-F5344CB8AC3E}">
        <p14:creationId xmlns:p14="http://schemas.microsoft.com/office/powerpoint/2010/main" val="405831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A72A-84B2-8546-E305-DC28F95B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FB1A4C8-80A9-D4E8-8CF9-C10F480A8710}"/>
              </a:ext>
            </a:extLst>
          </p:cNvPr>
          <p:cNvGrpSpPr/>
          <p:nvPr/>
        </p:nvGrpSpPr>
        <p:grpSpPr>
          <a:xfrm>
            <a:off x="-1248451" y="637806"/>
            <a:ext cx="15267635" cy="7591794"/>
            <a:chOff x="-1544603" y="614657"/>
            <a:chExt cx="15267635" cy="7591794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52CBCBA-6C17-01F3-BD43-873B488DF68D}"/>
                </a:ext>
              </a:extLst>
            </p:cNvPr>
            <p:cNvSpPr/>
            <p:nvPr/>
          </p:nvSpPr>
          <p:spPr>
            <a:xfrm>
              <a:off x="-1544603" y="614657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002C8BD-C62F-B05F-5159-7660FCEA6DD4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39" y="85053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1EDAA8E-3DC7-2EBD-FFEA-DC26864CB250}"/>
                </a:ext>
              </a:extLst>
            </p:cNvPr>
            <p:cNvCxnSpPr>
              <a:cxnSpLocks/>
            </p:cNvCxnSpPr>
            <p:nvPr/>
          </p:nvCxnSpPr>
          <p:spPr>
            <a:xfrm>
              <a:off x="2253934" y="843982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529E40D3-BAD2-26C3-02E9-8C768938C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599172" y="1669832"/>
              <a:ext cx="1309525" cy="37290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4F4A040-23AD-262D-2220-196000E1A029}"/>
                </a:ext>
              </a:extLst>
            </p:cNvPr>
            <p:cNvSpPr txBox="1"/>
            <p:nvPr/>
          </p:nvSpPr>
          <p:spPr>
            <a:xfrm>
              <a:off x="-424550" y="1090857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0B1ACC2-C67E-7DD3-5EFC-AFC8A2E3E81B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5" y="877174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B3F3459-A984-4634-E415-E0AEE905AE92}"/>
                </a:ext>
              </a:extLst>
            </p:cNvPr>
            <p:cNvCxnSpPr>
              <a:cxnSpLocks/>
            </p:cNvCxnSpPr>
            <p:nvPr/>
          </p:nvCxnSpPr>
          <p:spPr>
            <a:xfrm>
              <a:off x="5477240" y="858558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EAF18D-010C-77FB-063A-2D57DB0FF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08070" y="1669832"/>
              <a:ext cx="1309517" cy="3729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50E14DB-1D08-1749-FB55-257D33808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42947" y="1669832"/>
              <a:ext cx="1309517" cy="37290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49B13B-97CB-4C89-C98A-A39B21137BD6}"/>
                </a:ext>
              </a:extLst>
            </p:cNvPr>
            <p:cNvSpPr txBox="1"/>
            <p:nvPr/>
          </p:nvSpPr>
          <p:spPr>
            <a:xfrm>
              <a:off x="868588" y="2017103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4E7190-3113-8C5E-C658-2D50C7AAB155}"/>
                </a:ext>
              </a:extLst>
            </p:cNvPr>
            <p:cNvSpPr txBox="1"/>
            <p:nvPr/>
          </p:nvSpPr>
          <p:spPr>
            <a:xfrm>
              <a:off x="7144893" y="2011851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D9FF2E-D010-7044-C78A-F7B9D5322C58}"/>
                </a:ext>
              </a:extLst>
            </p:cNvPr>
            <p:cNvSpPr txBox="1"/>
            <p:nvPr/>
          </p:nvSpPr>
          <p:spPr>
            <a:xfrm>
              <a:off x="5114835" y="201479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9EF62D-6C6E-CBAA-CE7D-3D5CDEA85464}"/>
                </a:ext>
              </a:extLst>
            </p:cNvPr>
            <p:cNvSpPr txBox="1"/>
            <p:nvPr/>
          </p:nvSpPr>
          <p:spPr>
            <a:xfrm>
              <a:off x="4861096" y="2261182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7EA3C0E-ABFF-1667-F03B-678F9636E9F8}"/>
                </a:ext>
              </a:extLst>
            </p:cNvPr>
            <p:cNvCxnSpPr>
              <a:cxnSpLocks/>
            </p:cNvCxnSpPr>
            <p:nvPr/>
          </p:nvCxnSpPr>
          <p:spPr>
            <a:xfrm>
              <a:off x="2290356" y="2536143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C8CA322-FB55-62FD-C490-2AB0644DE215}"/>
                </a:ext>
              </a:extLst>
            </p:cNvPr>
            <p:cNvSpPr txBox="1"/>
            <p:nvPr/>
          </p:nvSpPr>
          <p:spPr>
            <a:xfrm>
              <a:off x="552504" y="4870371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EDC2367-D136-32CE-EE18-3FB4E686CAC5}"/>
                </a:ext>
              </a:extLst>
            </p:cNvPr>
            <p:cNvSpPr txBox="1"/>
            <p:nvPr/>
          </p:nvSpPr>
          <p:spPr>
            <a:xfrm>
              <a:off x="2072589" y="487196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9CCAC6D-7C8C-AED6-B4BA-4D75C0B573E4}"/>
                </a:ext>
              </a:extLst>
            </p:cNvPr>
            <p:cNvSpPr txBox="1"/>
            <p:nvPr/>
          </p:nvSpPr>
          <p:spPr>
            <a:xfrm>
              <a:off x="3676618" y="490609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F20D618-B5F8-7460-2D4C-E7DF9878B357}"/>
                </a:ext>
              </a:extLst>
            </p:cNvPr>
            <p:cNvSpPr txBox="1"/>
            <p:nvPr/>
          </p:nvSpPr>
          <p:spPr>
            <a:xfrm>
              <a:off x="5280566" y="488975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117C8E-043D-5895-0167-9B193B533352}"/>
                </a:ext>
              </a:extLst>
            </p:cNvPr>
            <p:cNvSpPr txBox="1"/>
            <p:nvPr/>
          </p:nvSpPr>
          <p:spPr>
            <a:xfrm>
              <a:off x="-1376486" y="4865079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B6E07C-FE8D-A5D5-4EA3-2C1CC30E4741}"/>
                </a:ext>
              </a:extLst>
            </p:cNvPr>
            <p:cNvSpPr txBox="1"/>
            <p:nvPr/>
          </p:nvSpPr>
          <p:spPr>
            <a:xfrm>
              <a:off x="6666755" y="4865603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C31975F-FA89-B3CD-BD4B-11095C694FFA}"/>
                </a:ext>
              </a:extLst>
            </p:cNvPr>
            <p:cNvCxnSpPr>
              <a:cxnSpLocks/>
            </p:cNvCxnSpPr>
            <p:nvPr/>
          </p:nvCxnSpPr>
          <p:spPr>
            <a:xfrm>
              <a:off x="-147890" y="363787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C27DEDE-D347-40E5-DA18-10878079B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58036" y="5904181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651D50B-4AD6-FE85-BE98-6DFD8E342485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3" y="2455137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81D4A119-811B-C856-525E-44E97698521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893345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F7F4AD36-5A90-4D20-66C3-4D3FA526147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24369" y="364960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C4568935-C92A-3A8C-6326-09A51FB5FB6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17119" y="36419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64C245-A71E-5CEB-EC8D-BC5DFEF541C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65335" y="363708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6FB69BAE-09A2-0F35-A655-A946D4D3B8C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74452" y="364068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0A2DCFBE-0650-60CD-6C1B-9A19AD4109D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29289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7850F1-A187-9C90-190A-4EC92559F69D}"/>
                </a:ext>
              </a:extLst>
            </p:cNvPr>
            <p:cNvSpPr txBox="1"/>
            <p:nvPr/>
          </p:nvSpPr>
          <p:spPr>
            <a:xfrm>
              <a:off x="3563818" y="738544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147B5FB-3577-17A5-8111-6A9A42AF8A02}"/>
                </a:ext>
              </a:extLst>
            </p:cNvPr>
            <p:cNvSpPr txBox="1"/>
            <p:nvPr/>
          </p:nvSpPr>
          <p:spPr>
            <a:xfrm>
              <a:off x="5044994" y="735405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C6862E4-B5AA-301F-AD3E-B646DD7726B0}"/>
                </a:ext>
              </a:extLst>
            </p:cNvPr>
            <p:cNvSpPr txBox="1"/>
            <p:nvPr/>
          </p:nvSpPr>
          <p:spPr>
            <a:xfrm>
              <a:off x="-1486778" y="732939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BAF5CF-C269-28B7-82FE-AF8E7CCF2E4E}"/>
                </a:ext>
              </a:extLst>
            </p:cNvPr>
            <p:cNvSpPr txBox="1"/>
            <p:nvPr/>
          </p:nvSpPr>
          <p:spPr>
            <a:xfrm>
              <a:off x="6076017" y="7329921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9C25974-7918-EE0E-7B71-6358FBE3C650}"/>
                </a:ext>
              </a:extLst>
            </p:cNvPr>
            <p:cNvCxnSpPr>
              <a:cxnSpLocks/>
            </p:cNvCxnSpPr>
            <p:nvPr/>
          </p:nvCxnSpPr>
          <p:spPr>
            <a:xfrm>
              <a:off x="-134196" y="5900720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Elbow Connector 99">
              <a:extLst>
                <a:ext uri="{FF2B5EF4-FFF2-40B4-BE49-F238E27FC236}">
                  <a16:creationId xmlns:a16="http://schemas.microsoft.com/office/drawing/2014/main" id="{C3EC23E9-B791-889C-6889-98A386E00B6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02607" y="59030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Elbow Connector 100">
              <a:extLst>
                <a:ext uri="{FF2B5EF4-FFF2-40B4-BE49-F238E27FC236}">
                  <a16:creationId xmlns:a16="http://schemas.microsoft.com/office/drawing/2014/main" id="{E05FE4AE-5040-D5AA-1799-378CC7BEA85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35108" y="591244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F7AE29D8-2245-DF0C-0772-CFB5678ED54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29336" y="590475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Elbow Connector 102">
              <a:extLst>
                <a:ext uri="{FF2B5EF4-FFF2-40B4-BE49-F238E27FC236}">
                  <a16:creationId xmlns:a16="http://schemas.microsoft.com/office/drawing/2014/main" id="{F775E252-AEE3-8B8A-0DDD-111CB79DBCE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9029" y="589992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D806C853-58AF-FB52-3479-0410499F7AB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758" y="590352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06458819-262D-6A13-A26A-F99FCCB6DDC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595" y="59185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97F9036B-4742-4040-4943-2FC9536B5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84048" y="4290398"/>
              <a:ext cx="1309517" cy="372909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E85FE020-A202-963C-6208-25497B973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0775" y="4290398"/>
              <a:ext cx="1309517" cy="372909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79228CC6-797B-B075-7FE1-1D46D432E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31514" y="4287901"/>
              <a:ext cx="1309517" cy="372909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84EAE838-03C7-055B-0D54-4EA25D418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63125" y="4287901"/>
              <a:ext cx="1309517" cy="372909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17DBC39-34B3-BEEC-14EF-44FF55217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16286" y="4269382"/>
              <a:ext cx="1309517" cy="372909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62144E64-F04E-6CE7-0BBD-3058459AB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47897" y="4269382"/>
              <a:ext cx="1309517" cy="372909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25875FB-E738-3A99-85B3-14990FF3FEAD}"/>
                </a:ext>
              </a:extLst>
            </p:cNvPr>
            <p:cNvSpPr txBox="1"/>
            <p:nvPr/>
          </p:nvSpPr>
          <p:spPr>
            <a:xfrm>
              <a:off x="7336911" y="731716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4E3E4465-0614-0454-E953-D7AAD858F85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06198" y="58995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Elbow Connector 113">
              <a:extLst>
                <a:ext uri="{FF2B5EF4-FFF2-40B4-BE49-F238E27FC236}">
                  <a16:creationId xmlns:a16="http://schemas.microsoft.com/office/drawing/2014/main" id="{6FEF7F82-674D-B220-6BF2-DCC6C920EA9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27640" y="589711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52E18824-C238-6E36-7F67-2EB6294C0FD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59590" y="589711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3531A758-70AE-35F0-0551-FE7B886E508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68753" y="591177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40EB530-DC0B-DF8C-A4BC-344C7F9B9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32727" y="6830641"/>
              <a:ext cx="1309517" cy="37290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B40CCE85-2A26-ACC3-5B96-D541B1767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42096" y="6830641"/>
              <a:ext cx="1309517" cy="37290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68C4AF81-7D58-BE67-1784-F3B46D484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82835" y="6828144"/>
              <a:ext cx="1309517" cy="372908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91F355F-7BB0-3EFB-B51E-480C88E9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35477" y="6828144"/>
              <a:ext cx="1309517" cy="372908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DAB4C1C2-D196-8AD1-263F-8F8EAC385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33656" y="6809625"/>
              <a:ext cx="1309517" cy="372908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F726556D-C635-43C5-BC18-908604C8E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79288" y="6809625"/>
              <a:ext cx="1309517" cy="372908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04183205-087D-0C55-FACF-A7E7EB055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01764" y="6805436"/>
              <a:ext cx="1309517" cy="372908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49E58061-FBC1-185C-07EB-4283B686E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45919" y="6805436"/>
              <a:ext cx="1309517" cy="372908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6902787B-95B9-46C6-854F-1498BB810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44098" y="6786917"/>
              <a:ext cx="1309517" cy="372908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2C9B38D3-12E1-ED57-AFC7-D32720F13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889730" y="6786917"/>
              <a:ext cx="1309517" cy="372908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100CD31-1B7B-A94B-725A-8E6F78D12E59}"/>
                </a:ext>
              </a:extLst>
            </p:cNvPr>
            <p:cNvSpPr txBox="1"/>
            <p:nvPr/>
          </p:nvSpPr>
          <p:spPr>
            <a:xfrm>
              <a:off x="207453" y="2998004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90DAB2-5616-160A-D3D1-22C4F82FA107}"/>
                </a:ext>
              </a:extLst>
            </p:cNvPr>
            <p:cNvSpPr txBox="1"/>
            <p:nvPr/>
          </p:nvSpPr>
          <p:spPr>
            <a:xfrm>
              <a:off x="8686210" y="5331002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60BB410-73A5-1F6F-BDF5-383D5F17E51F}"/>
                </a:ext>
              </a:extLst>
            </p:cNvPr>
            <p:cNvSpPr/>
            <p:nvPr/>
          </p:nvSpPr>
          <p:spPr>
            <a:xfrm>
              <a:off x="-1531033" y="615255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DF629C9-1EBF-EE8D-A660-A73E77740499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851130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1712243-36D8-33B8-46D2-3A71E4D3CC98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844580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54AFBA1-94DF-5DC6-5BA8-7980A84FB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670430"/>
              <a:ext cx="1309525" cy="372909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81BE93C-219D-73ED-010A-20739DD5AA0D}"/>
                </a:ext>
              </a:extLst>
            </p:cNvPr>
            <p:cNvSpPr txBox="1"/>
            <p:nvPr/>
          </p:nvSpPr>
          <p:spPr>
            <a:xfrm>
              <a:off x="-410980" y="1091455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1F6CFAE-B10F-384B-465C-019D3F946142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87777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D2917CF8-0DEE-334F-7305-E8C528F3DA19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859156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26666250-A0D2-9D83-5264-0A807CA0F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670430"/>
              <a:ext cx="1309517" cy="372909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56EC7DD2-5DF6-598E-2C3C-E2FD074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670430"/>
              <a:ext cx="1309517" cy="372909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C917705-10B6-A3CE-B04D-432EC640EF21}"/>
                </a:ext>
              </a:extLst>
            </p:cNvPr>
            <p:cNvSpPr txBox="1"/>
            <p:nvPr/>
          </p:nvSpPr>
          <p:spPr>
            <a:xfrm>
              <a:off x="882158" y="2017701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743DDA0-C7B3-3759-60FB-E70683E6AB01}"/>
                </a:ext>
              </a:extLst>
            </p:cNvPr>
            <p:cNvSpPr txBox="1"/>
            <p:nvPr/>
          </p:nvSpPr>
          <p:spPr>
            <a:xfrm>
              <a:off x="7158463" y="2012449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80AECAD-55CB-ADBF-15F7-642C84A25272}"/>
                </a:ext>
              </a:extLst>
            </p:cNvPr>
            <p:cNvSpPr txBox="1"/>
            <p:nvPr/>
          </p:nvSpPr>
          <p:spPr>
            <a:xfrm>
              <a:off x="5128405" y="201539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BA2892E-48DE-EABA-FE3A-DD96574E90A5}"/>
                </a:ext>
              </a:extLst>
            </p:cNvPr>
            <p:cNvSpPr txBox="1"/>
            <p:nvPr/>
          </p:nvSpPr>
          <p:spPr>
            <a:xfrm>
              <a:off x="4874666" y="2261780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D6BF2B6-575A-B8AE-7632-177E86DCE92A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536741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968415F-3DAA-4F98-0EE9-948A3F1B246F}"/>
                </a:ext>
              </a:extLst>
            </p:cNvPr>
            <p:cNvSpPr txBox="1"/>
            <p:nvPr/>
          </p:nvSpPr>
          <p:spPr>
            <a:xfrm>
              <a:off x="566074" y="487096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4E9C9FA-7633-20B9-83D2-E9A0FDE8669C}"/>
                </a:ext>
              </a:extLst>
            </p:cNvPr>
            <p:cNvSpPr txBox="1"/>
            <p:nvPr/>
          </p:nvSpPr>
          <p:spPr>
            <a:xfrm>
              <a:off x="2086159" y="487256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2062B71-D34A-421A-76D2-8319B6001BB3}"/>
                </a:ext>
              </a:extLst>
            </p:cNvPr>
            <p:cNvSpPr txBox="1"/>
            <p:nvPr/>
          </p:nvSpPr>
          <p:spPr>
            <a:xfrm>
              <a:off x="3690188" y="490669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B815B62-9F9E-3B31-AEDA-F79DD866AE8A}"/>
                </a:ext>
              </a:extLst>
            </p:cNvPr>
            <p:cNvSpPr txBox="1"/>
            <p:nvPr/>
          </p:nvSpPr>
          <p:spPr>
            <a:xfrm>
              <a:off x="5294136" y="489035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1A5772E-5350-4E00-1A4E-A63E5A141DB5}"/>
                </a:ext>
              </a:extLst>
            </p:cNvPr>
            <p:cNvSpPr txBox="1"/>
            <p:nvPr/>
          </p:nvSpPr>
          <p:spPr>
            <a:xfrm>
              <a:off x="-1362916" y="486567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834BF92-AAC8-36EF-6476-31DC1BB05704}"/>
                </a:ext>
              </a:extLst>
            </p:cNvPr>
            <p:cNvSpPr txBox="1"/>
            <p:nvPr/>
          </p:nvSpPr>
          <p:spPr>
            <a:xfrm>
              <a:off x="6680325" y="4866201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71F6C212-7A19-45DA-7F53-8AD074C09398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638476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9F69F83-120F-B2A8-AD03-5980689F7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04779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CC935415-58E8-39FF-26F7-2A96095A465D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455735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Elbow Connector 155">
              <a:extLst>
                <a:ext uri="{FF2B5EF4-FFF2-40B4-BE49-F238E27FC236}">
                  <a16:creationId xmlns:a16="http://schemas.microsoft.com/office/drawing/2014/main" id="{1412B89A-B720-889F-9474-8D4B11CA71B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Elbow Connector 156">
              <a:extLst>
                <a:ext uri="{FF2B5EF4-FFF2-40B4-BE49-F238E27FC236}">
                  <a16:creationId xmlns:a16="http://schemas.microsoft.com/office/drawing/2014/main" id="{03023EBE-837D-752A-D249-E7BD965B5AC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65020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Elbow Connector 157">
              <a:extLst>
                <a:ext uri="{FF2B5EF4-FFF2-40B4-BE49-F238E27FC236}">
                  <a16:creationId xmlns:a16="http://schemas.microsoft.com/office/drawing/2014/main" id="{DFFE80B0-07F9-2564-2281-126A4ADC701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64250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Elbow Connector 158">
              <a:extLst>
                <a:ext uri="{FF2B5EF4-FFF2-40B4-BE49-F238E27FC236}">
                  <a16:creationId xmlns:a16="http://schemas.microsoft.com/office/drawing/2014/main" id="{46FEF92B-438B-D94D-7C19-1AFEE968173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6376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Elbow Connector 159">
              <a:extLst>
                <a:ext uri="{FF2B5EF4-FFF2-40B4-BE49-F238E27FC236}">
                  <a16:creationId xmlns:a16="http://schemas.microsoft.com/office/drawing/2014/main" id="{BB5EA656-2B7B-2721-6CF8-7BF8EC4EE31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64127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Elbow Connector 160">
              <a:extLst>
                <a:ext uri="{FF2B5EF4-FFF2-40B4-BE49-F238E27FC236}">
                  <a16:creationId xmlns:a16="http://schemas.microsoft.com/office/drawing/2014/main" id="{3E61BD9C-44CF-19A7-0150-BE68756C6D2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4105EE2-1E49-0A18-1DD6-AFE845E529CC}"/>
                </a:ext>
              </a:extLst>
            </p:cNvPr>
            <p:cNvSpPr txBox="1"/>
            <p:nvPr/>
          </p:nvSpPr>
          <p:spPr>
            <a:xfrm>
              <a:off x="3577388" y="738604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D182FF0-5663-1CDA-5EC9-0F3B749F9890}"/>
                </a:ext>
              </a:extLst>
            </p:cNvPr>
            <p:cNvSpPr txBox="1"/>
            <p:nvPr/>
          </p:nvSpPr>
          <p:spPr>
            <a:xfrm>
              <a:off x="5058564" y="735465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CD14ADE-4EDD-0AB3-BB21-D42D14515B09}"/>
                </a:ext>
              </a:extLst>
            </p:cNvPr>
            <p:cNvSpPr txBox="1"/>
            <p:nvPr/>
          </p:nvSpPr>
          <p:spPr>
            <a:xfrm>
              <a:off x="-1473208" y="732999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3285095-0FB8-654D-1241-938FB68DD0C7}"/>
                </a:ext>
              </a:extLst>
            </p:cNvPr>
            <p:cNvSpPr txBox="1"/>
            <p:nvPr/>
          </p:nvSpPr>
          <p:spPr>
            <a:xfrm>
              <a:off x="6089587" y="7330519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53FAB38E-6526-ADBC-05F5-A752417D3523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0131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Elbow Connector 168">
              <a:extLst>
                <a:ext uri="{FF2B5EF4-FFF2-40B4-BE49-F238E27FC236}">
                  <a16:creationId xmlns:a16="http://schemas.microsoft.com/office/drawing/2014/main" id="{B2F99505-4ECD-CB73-72B3-9C8A15F4FDC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036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Elbow Connector 169">
              <a:extLst>
                <a:ext uri="{FF2B5EF4-FFF2-40B4-BE49-F238E27FC236}">
                  <a16:creationId xmlns:a16="http://schemas.microsoft.com/office/drawing/2014/main" id="{BCD22EF3-1EA2-0961-E118-2D6C2B87A25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591304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Elbow Connector 170">
              <a:extLst>
                <a:ext uri="{FF2B5EF4-FFF2-40B4-BE49-F238E27FC236}">
                  <a16:creationId xmlns:a16="http://schemas.microsoft.com/office/drawing/2014/main" id="{9B32C69F-84DA-6C4F-50AF-FA480C440E9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0535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Elbow Connector 171">
              <a:extLst>
                <a:ext uri="{FF2B5EF4-FFF2-40B4-BE49-F238E27FC236}">
                  <a16:creationId xmlns:a16="http://schemas.microsoft.com/office/drawing/2014/main" id="{53B94232-9AFD-FBF6-42E0-E5763E449E0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0052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F50A3B1-946B-364B-DF78-21C5A3FE9AF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0412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Elbow Connector 173">
              <a:extLst>
                <a:ext uri="{FF2B5EF4-FFF2-40B4-BE49-F238E27FC236}">
                  <a16:creationId xmlns:a16="http://schemas.microsoft.com/office/drawing/2014/main" id="{C2E1BA26-BFCA-2614-1079-43926DC1CB6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59191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215BF1E6-3325-1A0F-714A-73E4987E3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290996"/>
              <a:ext cx="1309517" cy="372909"/>
            </a:xfrm>
            <a:prstGeom prst="rect">
              <a:avLst/>
            </a:prstGeom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8F4F97B2-3B83-F237-F4E0-81DDD072C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290996"/>
              <a:ext cx="1309517" cy="372909"/>
            </a:xfrm>
            <a:prstGeom prst="rect">
              <a:avLst/>
            </a:prstGeom>
          </p:spPr>
        </p:pic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1796976E-0C72-FF60-745C-1C2773738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288499"/>
              <a:ext cx="1309517" cy="372909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6034D2EF-1869-E0DF-E601-89E30FA8D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288499"/>
              <a:ext cx="1309517" cy="372909"/>
            </a:xfrm>
            <a:prstGeom prst="rect">
              <a:avLst/>
            </a:prstGeom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19FE2405-1EFE-A3E0-7B30-08B70B06B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269980"/>
              <a:ext cx="1309517" cy="37290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72CFE7E3-5632-5FEB-64A6-C2E61052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269980"/>
              <a:ext cx="1309517" cy="372909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13A7C65C-83AB-FC31-7C49-A5FBDE835E0C}"/>
                </a:ext>
              </a:extLst>
            </p:cNvPr>
            <p:cNvSpPr txBox="1"/>
            <p:nvPr/>
          </p:nvSpPr>
          <p:spPr>
            <a:xfrm>
              <a:off x="7350481" y="731776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182" name="Elbow Connector 181">
              <a:extLst>
                <a:ext uri="{FF2B5EF4-FFF2-40B4-BE49-F238E27FC236}">
                  <a16:creationId xmlns:a16="http://schemas.microsoft.com/office/drawing/2014/main" id="{46FFE72C-95D5-BF9A-D702-FC5A0773820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0016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Elbow Connector 182">
              <a:extLst>
                <a:ext uri="{FF2B5EF4-FFF2-40B4-BE49-F238E27FC236}">
                  <a16:creationId xmlns:a16="http://schemas.microsoft.com/office/drawing/2014/main" id="{0BD83826-EAF4-7EE3-178E-8E0A37606A6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8977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Elbow Connector 183">
              <a:extLst>
                <a:ext uri="{FF2B5EF4-FFF2-40B4-BE49-F238E27FC236}">
                  <a16:creationId xmlns:a16="http://schemas.microsoft.com/office/drawing/2014/main" id="{0B10B440-F9DE-F873-5E96-FCB3ACD6350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89771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Elbow Connector 184">
              <a:extLst>
                <a:ext uri="{FF2B5EF4-FFF2-40B4-BE49-F238E27FC236}">
                  <a16:creationId xmlns:a16="http://schemas.microsoft.com/office/drawing/2014/main" id="{5A14E986-2D5E-2CBB-6FBE-11464E008A8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59123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A7536734-F282-8AE9-78BB-6B78CDB8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831239"/>
              <a:ext cx="1309517" cy="372908"/>
            </a:xfrm>
            <a:prstGeom prst="rect">
              <a:avLst/>
            </a:prstGeom>
          </p:spPr>
        </p:pic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33A073F6-38E6-837F-4F13-A788ED2C9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831239"/>
              <a:ext cx="1309517" cy="372908"/>
            </a:xfrm>
            <a:prstGeom prst="rect">
              <a:avLst/>
            </a:prstGeom>
          </p:spPr>
        </p:pic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25961194-0985-ABB5-56A2-4E5A0BA34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828742"/>
              <a:ext cx="1309517" cy="372908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33BE0B83-AB90-82EB-FCE8-9EC9D5683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828742"/>
              <a:ext cx="1309517" cy="372908"/>
            </a:xfrm>
            <a:prstGeom prst="rect">
              <a:avLst/>
            </a:prstGeom>
          </p:spPr>
        </p:pic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D61F7F94-4BE8-25E0-C35B-15F59A8B8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10223"/>
              <a:ext cx="1309517" cy="372908"/>
            </a:xfrm>
            <a:prstGeom prst="rect">
              <a:avLst/>
            </a:prstGeom>
          </p:spPr>
        </p:pic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47F777F4-5B95-CA9D-2EAA-6F167D554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10223"/>
              <a:ext cx="1309517" cy="372908"/>
            </a:xfrm>
            <a:prstGeom prst="rect">
              <a:avLst/>
            </a:prstGeom>
          </p:spPr>
        </p:pic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2B1B9A3F-C401-6424-2057-E681D19A8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06034"/>
              <a:ext cx="1309517" cy="372908"/>
            </a:xfrm>
            <a:prstGeom prst="rect">
              <a:avLst/>
            </a:prstGeom>
          </p:spPr>
        </p:pic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3027E5AA-7A20-EF8E-990E-C4030097F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06034"/>
              <a:ext cx="1309517" cy="372908"/>
            </a:xfrm>
            <a:prstGeom prst="rect">
              <a:avLst/>
            </a:prstGeom>
          </p:spPr>
        </p:pic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4258064D-FD16-C758-B7A3-4D40F09CF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787515"/>
              <a:ext cx="1309517" cy="372908"/>
            </a:xfrm>
            <a:prstGeom prst="rect">
              <a:avLst/>
            </a:prstGeom>
          </p:spPr>
        </p:pic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AC1CEB3E-64C3-9EAF-0829-F15FFFDEE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787515"/>
              <a:ext cx="1309517" cy="372908"/>
            </a:xfrm>
            <a:prstGeom prst="rect">
              <a:avLst/>
            </a:prstGeom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5477B489-91BF-74E0-3F99-82B8B71FA558}"/>
                </a:ext>
              </a:extLst>
            </p:cNvPr>
            <p:cNvSpPr txBox="1"/>
            <p:nvPr/>
          </p:nvSpPr>
          <p:spPr>
            <a:xfrm>
              <a:off x="221023" y="2998602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1AA022B-E3A8-6D47-A299-235FB0C4DE3C}"/>
                </a:ext>
              </a:extLst>
            </p:cNvPr>
            <p:cNvSpPr txBox="1"/>
            <p:nvPr/>
          </p:nvSpPr>
          <p:spPr>
            <a:xfrm>
              <a:off x="8699780" y="5331600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D1109EFA-5CF4-FDE2-D722-B1528C206933}"/>
                </a:ext>
              </a:extLst>
            </p:cNvPr>
            <p:cNvSpPr/>
            <p:nvPr/>
          </p:nvSpPr>
          <p:spPr>
            <a:xfrm>
              <a:off x="-1531033" y="704792"/>
              <a:ext cx="15254065" cy="7501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C1D7FA93-0FA3-93D5-4641-5E0E92A36C4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940667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5C1ED355-37D3-AC30-DD99-EDCE63478E3F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934117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5297DC32-0370-D77A-FFC1-1542C7B12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759967"/>
              <a:ext cx="1309525" cy="372909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8DCEC16-757A-478F-D0FE-962920523F24}"/>
                </a:ext>
              </a:extLst>
            </p:cNvPr>
            <p:cNvSpPr txBox="1"/>
            <p:nvPr/>
          </p:nvSpPr>
          <p:spPr>
            <a:xfrm>
              <a:off x="-410980" y="1180992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BCEA8595-F35F-DF15-5505-CECB9CDBB4EA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967309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DED9D637-51D1-8F3A-1B39-F8571E80F2B3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948693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B5B4C5BF-6001-669D-32A4-9851EF45E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759967"/>
              <a:ext cx="1309517" cy="372909"/>
            </a:xfrm>
            <a:prstGeom prst="rect">
              <a:avLst/>
            </a:prstGeom>
          </p:spPr>
        </p:pic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09294D2A-E01E-032A-2139-2347FEA92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759967"/>
              <a:ext cx="1309517" cy="372909"/>
            </a:xfrm>
            <a:prstGeom prst="rect">
              <a:avLst/>
            </a:prstGeom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6E77501-3D65-3682-1B2A-4407B0D44C3F}"/>
                </a:ext>
              </a:extLst>
            </p:cNvPr>
            <p:cNvSpPr txBox="1"/>
            <p:nvPr/>
          </p:nvSpPr>
          <p:spPr>
            <a:xfrm>
              <a:off x="882158" y="2107238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8C193C28-B57C-66FA-4764-344172F13D20}"/>
                </a:ext>
              </a:extLst>
            </p:cNvPr>
            <p:cNvSpPr txBox="1"/>
            <p:nvPr/>
          </p:nvSpPr>
          <p:spPr>
            <a:xfrm>
              <a:off x="7158463" y="2101986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9FF30E6-71F9-7377-D835-C3646D9EA666}"/>
                </a:ext>
              </a:extLst>
            </p:cNvPr>
            <p:cNvSpPr txBox="1"/>
            <p:nvPr/>
          </p:nvSpPr>
          <p:spPr>
            <a:xfrm>
              <a:off x="5128405" y="210492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A7E405FD-2547-AB81-B1FF-9776AF0368E0}"/>
                </a:ext>
              </a:extLst>
            </p:cNvPr>
            <p:cNvSpPr txBox="1"/>
            <p:nvPr/>
          </p:nvSpPr>
          <p:spPr>
            <a:xfrm>
              <a:off x="4874666" y="2351317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B6EB9248-AFED-A6DF-A872-F1AE0C1A7F9B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626278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6F5C152-0C1A-EAE8-E5B3-A187BFE74409}"/>
                </a:ext>
              </a:extLst>
            </p:cNvPr>
            <p:cNvSpPr txBox="1"/>
            <p:nvPr/>
          </p:nvSpPr>
          <p:spPr>
            <a:xfrm>
              <a:off x="566074" y="4960506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06FE8F91-E559-D238-D28A-BDCFB760670E}"/>
                </a:ext>
              </a:extLst>
            </p:cNvPr>
            <p:cNvSpPr txBox="1"/>
            <p:nvPr/>
          </p:nvSpPr>
          <p:spPr>
            <a:xfrm>
              <a:off x="2086159" y="496209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93818332-BF1D-6F51-719C-C441177F12A7}"/>
                </a:ext>
              </a:extLst>
            </p:cNvPr>
            <p:cNvSpPr txBox="1"/>
            <p:nvPr/>
          </p:nvSpPr>
          <p:spPr>
            <a:xfrm>
              <a:off x="3690188" y="499623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DFA10961-E894-D1F3-1B5A-9DB79BED4387}"/>
                </a:ext>
              </a:extLst>
            </p:cNvPr>
            <p:cNvSpPr txBox="1"/>
            <p:nvPr/>
          </p:nvSpPr>
          <p:spPr>
            <a:xfrm>
              <a:off x="5294136" y="497988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F32CB19-EEC4-CEEC-324D-26FC6D032CFF}"/>
                </a:ext>
              </a:extLst>
            </p:cNvPr>
            <p:cNvSpPr txBox="1"/>
            <p:nvPr/>
          </p:nvSpPr>
          <p:spPr>
            <a:xfrm>
              <a:off x="-1362916" y="4955214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DF4F75F9-6CDF-7199-BD58-C459D5C9ED4B}"/>
                </a:ext>
              </a:extLst>
            </p:cNvPr>
            <p:cNvSpPr txBox="1"/>
            <p:nvPr/>
          </p:nvSpPr>
          <p:spPr>
            <a:xfrm>
              <a:off x="6680325" y="4955738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9D8960A4-BF09-74A6-9710-62B67E6D01A4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728013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7DD1A1D0-49F6-F040-1235-2492E9132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94316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728C5A24-2742-B879-CBCF-810A61E9956A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545272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Elbow Connector 223">
              <a:extLst>
                <a:ext uri="{FF2B5EF4-FFF2-40B4-BE49-F238E27FC236}">
                  <a16:creationId xmlns:a16="http://schemas.microsoft.com/office/drawing/2014/main" id="{CF38CF33-B3BE-2030-5242-543D4235654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Elbow Connector 224">
              <a:extLst>
                <a:ext uri="{FF2B5EF4-FFF2-40B4-BE49-F238E27FC236}">
                  <a16:creationId xmlns:a16="http://schemas.microsoft.com/office/drawing/2014/main" id="{1384D472-0A7F-8691-D2DE-0BA7B137552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73974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42F95AB1-82F3-A12C-74FC-E33BFB74C3D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73204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Elbow Connector 226">
              <a:extLst>
                <a:ext uri="{FF2B5EF4-FFF2-40B4-BE49-F238E27FC236}">
                  <a16:creationId xmlns:a16="http://schemas.microsoft.com/office/drawing/2014/main" id="{911C4A12-AC4C-D745-48E9-6F9B12E566D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72721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Elbow Connector 227">
              <a:extLst>
                <a:ext uri="{FF2B5EF4-FFF2-40B4-BE49-F238E27FC236}">
                  <a16:creationId xmlns:a16="http://schemas.microsoft.com/office/drawing/2014/main" id="{811EA73A-3525-B0CE-4889-F3BBE0CF2CC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73081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D588DCF4-BDF0-FAED-CB02-F7B9C68312E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2078F3C-5E3D-4DA9-E8DC-2AE99B135727}"/>
                </a:ext>
              </a:extLst>
            </p:cNvPr>
            <p:cNvSpPr txBox="1"/>
            <p:nvPr/>
          </p:nvSpPr>
          <p:spPr>
            <a:xfrm>
              <a:off x="663997" y="7433599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single-core </a:t>
              </a:r>
              <a:br>
                <a:rPr lang="en-US" dirty="0"/>
              </a:br>
              <a:r>
                <a:rPr lang="en-US" dirty="0"/>
                <a:t>CE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6411776-2193-1788-B038-A5879B564678}"/>
                </a:ext>
              </a:extLst>
            </p:cNvPr>
            <p:cNvSpPr txBox="1"/>
            <p:nvPr/>
          </p:nvSpPr>
          <p:spPr>
            <a:xfrm>
              <a:off x="2177627" y="7464750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double-core CE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25EB3B61-9FE5-9F4B-45EC-448B73503C7E}"/>
                </a:ext>
              </a:extLst>
            </p:cNvPr>
            <p:cNvSpPr txBox="1"/>
            <p:nvPr/>
          </p:nvSpPr>
          <p:spPr>
            <a:xfrm>
              <a:off x="3577388" y="747558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5AB0AAA9-4B11-A686-E2A6-7DFFC9CFBE3A}"/>
                </a:ext>
              </a:extLst>
            </p:cNvPr>
            <p:cNvSpPr txBox="1"/>
            <p:nvPr/>
          </p:nvSpPr>
          <p:spPr>
            <a:xfrm>
              <a:off x="5058564" y="744419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790B8FE-DB64-FD75-09FA-5653FBA680C9}"/>
                </a:ext>
              </a:extLst>
            </p:cNvPr>
            <p:cNvSpPr txBox="1"/>
            <p:nvPr/>
          </p:nvSpPr>
          <p:spPr>
            <a:xfrm>
              <a:off x="-1473208" y="741953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2CA2A22-C642-19EF-3F69-AA6A8AF27815}"/>
                </a:ext>
              </a:extLst>
            </p:cNvPr>
            <p:cNvSpPr txBox="1"/>
            <p:nvPr/>
          </p:nvSpPr>
          <p:spPr>
            <a:xfrm>
              <a:off x="6089587" y="7420056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4A05345A-676B-1BE1-B02D-3811C7459B35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90855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Elbow Connector 236">
              <a:extLst>
                <a:ext uri="{FF2B5EF4-FFF2-40B4-BE49-F238E27FC236}">
                  <a16:creationId xmlns:a16="http://schemas.microsoft.com/office/drawing/2014/main" id="{FBF1423A-3286-F938-32AE-764ABCFCCBB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9320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Elbow Connector 237">
              <a:extLst>
                <a:ext uri="{FF2B5EF4-FFF2-40B4-BE49-F238E27FC236}">
                  <a16:creationId xmlns:a16="http://schemas.microsoft.com/office/drawing/2014/main" id="{657AB06F-8FEF-79F8-104C-C3CB1793A07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60025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Elbow Connector 238">
              <a:extLst>
                <a:ext uri="{FF2B5EF4-FFF2-40B4-BE49-F238E27FC236}">
                  <a16:creationId xmlns:a16="http://schemas.microsoft.com/office/drawing/2014/main" id="{6E12654C-4960-9D43-8BF8-B2B6BA93353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9488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Elbow Connector 239">
              <a:extLst>
                <a:ext uri="{FF2B5EF4-FFF2-40B4-BE49-F238E27FC236}">
                  <a16:creationId xmlns:a16="http://schemas.microsoft.com/office/drawing/2014/main" id="{B0C4AC5E-8E71-5F82-C2A4-C07029A1370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9006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Elbow Connector 240">
              <a:extLst>
                <a:ext uri="{FF2B5EF4-FFF2-40B4-BE49-F238E27FC236}">
                  <a16:creationId xmlns:a16="http://schemas.microsoft.com/office/drawing/2014/main" id="{EE68F0FC-2C89-2063-11A5-E712975E8B4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9365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Elbow Connector 241">
              <a:extLst>
                <a:ext uri="{FF2B5EF4-FFF2-40B4-BE49-F238E27FC236}">
                  <a16:creationId xmlns:a16="http://schemas.microsoft.com/office/drawing/2014/main" id="{B1027788-5BED-A422-5440-341161D3DB7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600870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733060AE-CE7E-7C04-0222-0ECDD4232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380533"/>
              <a:ext cx="1309517" cy="372909"/>
            </a:xfrm>
            <a:prstGeom prst="rect">
              <a:avLst/>
            </a:prstGeom>
          </p:spPr>
        </p:pic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DABE97CE-2FB4-19ED-4A0C-E023FA3A7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380533"/>
              <a:ext cx="1309517" cy="372909"/>
            </a:xfrm>
            <a:prstGeom prst="rect">
              <a:avLst/>
            </a:prstGeom>
          </p:spPr>
        </p:pic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51299A42-F85D-D4FC-B5A1-9EFD5DE0E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378036"/>
              <a:ext cx="1309517" cy="372909"/>
            </a:xfrm>
            <a:prstGeom prst="rect">
              <a:avLst/>
            </a:prstGeom>
          </p:spPr>
        </p:pic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E060FA53-755F-8F9B-1AE6-8245E2D8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378036"/>
              <a:ext cx="1309517" cy="372909"/>
            </a:xfrm>
            <a:prstGeom prst="rect">
              <a:avLst/>
            </a:prstGeom>
          </p:spPr>
        </p:pic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887E17F0-B766-A7E9-CC6B-4B7B71E9E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359517"/>
              <a:ext cx="1309517" cy="372909"/>
            </a:xfrm>
            <a:prstGeom prst="rect">
              <a:avLst/>
            </a:prstGeom>
          </p:spPr>
        </p:pic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0A342815-51E4-B8F4-677A-E755BA9A7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359517"/>
              <a:ext cx="1309517" cy="372909"/>
            </a:xfrm>
            <a:prstGeom prst="rect">
              <a:avLst/>
            </a:prstGeom>
          </p:spPr>
        </p:pic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AC22A0A7-229A-165A-FE7F-8488082943FB}"/>
                </a:ext>
              </a:extLst>
            </p:cNvPr>
            <p:cNvSpPr txBox="1"/>
            <p:nvPr/>
          </p:nvSpPr>
          <p:spPr>
            <a:xfrm>
              <a:off x="7350481" y="740730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250" name="Elbow Connector 249">
              <a:extLst>
                <a:ext uri="{FF2B5EF4-FFF2-40B4-BE49-F238E27FC236}">
                  <a16:creationId xmlns:a16="http://schemas.microsoft.com/office/drawing/2014/main" id="{E97FCAB4-986B-0630-0B8D-AB1EF9BF543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8970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Elbow Connector 250">
              <a:extLst>
                <a:ext uri="{FF2B5EF4-FFF2-40B4-BE49-F238E27FC236}">
                  <a16:creationId xmlns:a16="http://schemas.microsoft.com/office/drawing/2014/main" id="{B8B7E0A6-99F7-9DFB-8DFB-9829A39F3C7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98724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Elbow Connector 251">
              <a:extLst>
                <a:ext uri="{FF2B5EF4-FFF2-40B4-BE49-F238E27FC236}">
                  <a16:creationId xmlns:a16="http://schemas.microsoft.com/office/drawing/2014/main" id="{D005BA8B-44CE-A842-7159-16F627B7BBA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98724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4B089562-8A55-F834-3610-0C24466792B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600190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733C23C-DA3C-0A61-CF81-B948AA04F219}"/>
                </a:ext>
              </a:extLst>
            </p:cNvPr>
            <p:cNvSpPr txBox="1"/>
            <p:nvPr/>
          </p:nvSpPr>
          <p:spPr>
            <a:xfrm>
              <a:off x="8664903" y="746046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radiative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674E64B8-B22B-281F-F973-BAF16F677465}"/>
                </a:ext>
              </a:extLst>
            </p:cNvPr>
            <p:cNvSpPr txBox="1"/>
            <p:nvPr/>
          </p:nvSpPr>
          <p:spPr>
            <a:xfrm>
              <a:off x="11460720" y="7451989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</a:t>
              </a:r>
            </a:p>
            <a:p>
              <a:pPr algn="ctr"/>
              <a:r>
                <a:rPr lang="en-US" sz="1200" dirty="0"/>
                <a:t>with CE 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EC400DDE-2CF2-6743-ABD8-43006EDE3848}"/>
                </a:ext>
              </a:extLst>
            </p:cNvPr>
            <p:cNvSpPr txBox="1"/>
            <p:nvPr/>
          </p:nvSpPr>
          <p:spPr>
            <a:xfrm>
              <a:off x="10128606" y="743731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convective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pic>
          <p:nvPicPr>
            <p:cNvPr id="257" name="Picture 256">
              <a:extLst>
                <a:ext uri="{FF2B5EF4-FFF2-40B4-BE49-F238E27FC236}">
                  <a16:creationId xmlns:a16="http://schemas.microsoft.com/office/drawing/2014/main" id="{A24C52AA-EBA8-5067-2716-27EAC81F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920776"/>
              <a:ext cx="1309517" cy="372908"/>
            </a:xfrm>
            <a:prstGeom prst="rect">
              <a:avLst/>
            </a:prstGeom>
          </p:spPr>
        </p:pic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EF70CA9D-40E4-84A3-5AEE-95C48B364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920776"/>
              <a:ext cx="1309517" cy="372908"/>
            </a:xfrm>
            <a:prstGeom prst="rect">
              <a:avLst/>
            </a:prstGeom>
          </p:spPr>
        </p:pic>
        <p:pic>
          <p:nvPicPr>
            <p:cNvPr id="259" name="Picture 258">
              <a:extLst>
                <a:ext uri="{FF2B5EF4-FFF2-40B4-BE49-F238E27FC236}">
                  <a16:creationId xmlns:a16="http://schemas.microsoft.com/office/drawing/2014/main" id="{7431A4BD-F0E8-7D92-11B6-AA35FF07C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918279"/>
              <a:ext cx="1309517" cy="372908"/>
            </a:xfrm>
            <a:prstGeom prst="rect">
              <a:avLst/>
            </a:prstGeom>
          </p:spPr>
        </p:pic>
        <p:pic>
          <p:nvPicPr>
            <p:cNvPr id="260" name="Picture 259">
              <a:extLst>
                <a:ext uri="{FF2B5EF4-FFF2-40B4-BE49-F238E27FC236}">
                  <a16:creationId xmlns:a16="http://schemas.microsoft.com/office/drawing/2014/main" id="{AF02007B-300F-6FAF-46E8-A51A8ED71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918279"/>
              <a:ext cx="1309517" cy="372908"/>
            </a:xfrm>
            <a:prstGeom prst="rect">
              <a:avLst/>
            </a:prstGeom>
          </p:spPr>
        </p:pic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CC74754F-77D0-3B40-E33E-16E8C4ED6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99760"/>
              <a:ext cx="1309517" cy="372908"/>
            </a:xfrm>
            <a:prstGeom prst="rect">
              <a:avLst/>
            </a:prstGeom>
          </p:spPr>
        </p:pic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0D6BE769-E329-F853-4409-101666FEA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99760"/>
              <a:ext cx="1309517" cy="372908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335D7A8C-812E-359D-FFB8-E62CDBA69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95571"/>
              <a:ext cx="1309517" cy="372908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19D845F6-AB91-076A-33B3-5EFED6A59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95571"/>
              <a:ext cx="1309517" cy="372908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B0C20261-EB54-B565-B0B3-7AFD3219F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877052"/>
              <a:ext cx="1309517" cy="372908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97CF25A0-F2C2-BF3E-E9A4-33EF9214C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877052"/>
              <a:ext cx="1309517" cy="372908"/>
            </a:xfrm>
            <a:prstGeom prst="rect">
              <a:avLst/>
            </a:prstGeom>
          </p:spPr>
        </p:pic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10A155D6-265F-2796-8A61-F31F1EA2CD39}"/>
                </a:ext>
              </a:extLst>
            </p:cNvPr>
            <p:cNvSpPr txBox="1"/>
            <p:nvPr/>
          </p:nvSpPr>
          <p:spPr>
            <a:xfrm>
              <a:off x="221023" y="3088139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8042BCF4-684B-7DC9-C33B-F8F3BEA83731}"/>
                </a:ext>
              </a:extLst>
            </p:cNvPr>
            <p:cNvSpPr txBox="1"/>
            <p:nvPr/>
          </p:nvSpPr>
          <p:spPr>
            <a:xfrm>
              <a:off x="8699780" y="5421137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6164FB-6898-D616-9ECD-83650A64039E}"/>
              </a:ext>
            </a:extLst>
          </p:cNvPr>
          <p:cNvGrpSpPr/>
          <p:nvPr/>
        </p:nvGrpSpPr>
        <p:grpSpPr>
          <a:xfrm>
            <a:off x="-1248451" y="812255"/>
            <a:ext cx="15267635" cy="7694930"/>
            <a:chOff x="-1544603" y="511521"/>
            <a:chExt cx="15267635" cy="76949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219080-263C-891D-C52D-6587CBD9ACA5}"/>
                </a:ext>
              </a:extLst>
            </p:cNvPr>
            <p:cNvSpPr/>
            <p:nvPr/>
          </p:nvSpPr>
          <p:spPr>
            <a:xfrm>
              <a:off x="-1544603" y="614657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E91BD5F-700E-B604-E084-105305667542}"/>
                </a:ext>
              </a:extLst>
            </p:cNvPr>
            <p:cNvCxnSpPr>
              <a:cxnSpLocks/>
            </p:cNvCxnSpPr>
            <p:nvPr/>
          </p:nvCxnSpPr>
          <p:spPr>
            <a:xfrm>
              <a:off x="2261539" y="85053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ED44D2-5068-DF9E-83EB-22D98743F598}"/>
                </a:ext>
              </a:extLst>
            </p:cNvPr>
            <p:cNvCxnSpPr>
              <a:cxnSpLocks/>
            </p:cNvCxnSpPr>
            <p:nvPr/>
          </p:nvCxnSpPr>
          <p:spPr>
            <a:xfrm>
              <a:off x="2253934" y="843982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728B63D-4DD4-669D-2083-64D34C511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599172" y="1669832"/>
              <a:ext cx="1309525" cy="3729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6153A8-2F69-9B81-14EC-6645E7480952}"/>
                </a:ext>
              </a:extLst>
            </p:cNvPr>
            <p:cNvSpPr txBox="1"/>
            <p:nvPr/>
          </p:nvSpPr>
          <p:spPr>
            <a:xfrm>
              <a:off x="-424550" y="1090857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A211462-489B-084E-A382-2E2C53219E0C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5" y="877174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3F31A1-AFF7-0BB1-4B86-CAF5B002DF1A}"/>
                </a:ext>
              </a:extLst>
            </p:cNvPr>
            <p:cNvCxnSpPr>
              <a:cxnSpLocks/>
            </p:cNvCxnSpPr>
            <p:nvPr/>
          </p:nvCxnSpPr>
          <p:spPr>
            <a:xfrm>
              <a:off x="5477240" y="858558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63CD6A0-1A5A-4233-E682-57F66299F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08070" y="1669832"/>
              <a:ext cx="1309517" cy="37290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846CA47-3DF6-CF8E-0285-34EF6D2A3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42947" y="1669832"/>
              <a:ext cx="1309517" cy="372909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FB861D-41DE-8D19-6E65-8E62E03FF74C}"/>
                </a:ext>
              </a:extLst>
            </p:cNvPr>
            <p:cNvSpPr txBox="1"/>
            <p:nvPr/>
          </p:nvSpPr>
          <p:spPr>
            <a:xfrm>
              <a:off x="868588" y="2017103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E4B13A-0D61-1E6C-CDC3-3CA6944A5B01}"/>
                </a:ext>
              </a:extLst>
            </p:cNvPr>
            <p:cNvSpPr txBox="1"/>
            <p:nvPr/>
          </p:nvSpPr>
          <p:spPr>
            <a:xfrm>
              <a:off x="7144893" y="2011851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45DF9A-A2E9-85AD-E6B5-44569B4A3110}"/>
                </a:ext>
              </a:extLst>
            </p:cNvPr>
            <p:cNvSpPr txBox="1"/>
            <p:nvPr/>
          </p:nvSpPr>
          <p:spPr>
            <a:xfrm>
              <a:off x="5114835" y="201479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4CC7D3A-6D83-3D4F-B99B-547D498ED9C9}"/>
                </a:ext>
              </a:extLst>
            </p:cNvPr>
            <p:cNvSpPr txBox="1"/>
            <p:nvPr/>
          </p:nvSpPr>
          <p:spPr>
            <a:xfrm>
              <a:off x="4861096" y="2261182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19D13F-F535-55CB-F727-555C09AB6282}"/>
                </a:ext>
              </a:extLst>
            </p:cNvPr>
            <p:cNvCxnSpPr>
              <a:cxnSpLocks/>
            </p:cNvCxnSpPr>
            <p:nvPr/>
          </p:nvCxnSpPr>
          <p:spPr>
            <a:xfrm>
              <a:off x="2290356" y="2536143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02B3A5-EB9D-0E52-4027-4F350E43C0E1}"/>
                </a:ext>
              </a:extLst>
            </p:cNvPr>
            <p:cNvSpPr txBox="1"/>
            <p:nvPr/>
          </p:nvSpPr>
          <p:spPr>
            <a:xfrm>
              <a:off x="552504" y="4870371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AC7C36-1E9B-DE33-859B-37D77FDBDDAF}"/>
                </a:ext>
              </a:extLst>
            </p:cNvPr>
            <p:cNvSpPr txBox="1"/>
            <p:nvPr/>
          </p:nvSpPr>
          <p:spPr>
            <a:xfrm>
              <a:off x="2072589" y="487196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CDB1F8-6734-ED51-9DA6-50600D9F6523}"/>
                </a:ext>
              </a:extLst>
            </p:cNvPr>
            <p:cNvSpPr txBox="1"/>
            <p:nvPr/>
          </p:nvSpPr>
          <p:spPr>
            <a:xfrm>
              <a:off x="3676618" y="490609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3EB2A5-213F-C247-2D6F-9737928D1C34}"/>
                </a:ext>
              </a:extLst>
            </p:cNvPr>
            <p:cNvSpPr txBox="1"/>
            <p:nvPr/>
          </p:nvSpPr>
          <p:spPr>
            <a:xfrm>
              <a:off x="5280566" y="488975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D23398-5E0A-2BA9-AF83-0EF4F538E220}"/>
                </a:ext>
              </a:extLst>
            </p:cNvPr>
            <p:cNvSpPr txBox="1"/>
            <p:nvPr/>
          </p:nvSpPr>
          <p:spPr>
            <a:xfrm>
              <a:off x="-1376486" y="4865079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C69499-4DA2-B63D-14F6-B2124876BEC8}"/>
                </a:ext>
              </a:extLst>
            </p:cNvPr>
            <p:cNvSpPr txBox="1"/>
            <p:nvPr/>
          </p:nvSpPr>
          <p:spPr>
            <a:xfrm>
              <a:off x="6666755" y="4865603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ABFFC9-51FC-338E-3361-07F5DD1FE964}"/>
                </a:ext>
              </a:extLst>
            </p:cNvPr>
            <p:cNvCxnSpPr>
              <a:cxnSpLocks/>
            </p:cNvCxnSpPr>
            <p:nvPr/>
          </p:nvCxnSpPr>
          <p:spPr>
            <a:xfrm>
              <a:off x="-147890" y="363787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6916E8D-0CCC-37F9-791A-46D1902CA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58036" y="5904181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A03F5FE-6EF1-38EF-E43B-C1E6510874C6}"/>
                </a:ext>
              </a:extLst>
            </p:cNvPr>
            <p:cNvCxnSpPr>
              <a:cxnSpLocks/>
            </p:cNvCxnSpPr>
            <p:nvPr/>
          </p:nvCxnSpPr>
          <p:spPr>
            <a:xfrm>
              <a:off x="8412693" y="2455137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C550261F-16CF-31A0-1B43-C5AA10AC6F1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893345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7AFED67E-CA29-EEAE-97CC-7C014246A8C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24369" y="364960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A2337B74-44AD-C04C-3931-3012F00E069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17119" y="36419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397FD0ED-90EE-8AC6-3487-3ED6EB06744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65335" y="363708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B81C0EC5-EA2A-9BAD-E6C5-43F915F7F25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74452" y="364068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DA92E33B-BD96-1E39-8F22-CB2A66ADCB4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29289" y="364022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6F7FE4-BB51-A9C1-8F20-EAF3F850A4A9}"/>
                </a:ext>
              </a:extLst>
            </p:cNvPr>
            <p:cNvSpPr txBox="1"/>
            <p:nvPr/>
          </p:nvSpPr>
          <p:spPr>
            <a:xfrm>
              <a:off x="3563818" y="738544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5103604-AC11-6D36-6085-FF4D46E79C08}"/>
                </a:ext>
              </a:extLst>
            </p:cNvPr>
            <p:cNvSpPr txBox="1"/>
            <p:nvPr/>
          </p:nvSpPr>
          <p:spPr>
            <a:xfrm>
              <a:off x="5044994" y="7354055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548630-A6D3-3AE6-1FE3-ADB0739B3BF0}"/>
                </a:ext>
              </a:extLst>
            </p:cNvPr>
            <p:cNvSpPr txBox="1"/>
            <p:nvPr/>
          </p:nvSpPr>
          <p:spPr>
            <a:xfrm>
              <a:off x="-1486778" y="732939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6A69FE-9037-C1C3-682D-982B8A6608C5}"/>
                </a:ext>
              </a:extLst>
            </p:cNvPr>
            <p:cNvSpPr txBox="1"/>
            <p:nvPr/>
          </p:nvSpPr>
          <p:spPr>
            <a:xfrm>
              <a:off x="6076017" y="7329921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0A8339B-BB54-1662-3C83-8FA4C1CEEE78}"/>
                </a:ext>
              </a:extLst>
            </p:cNvPr>
            <p:cNvCxnSpPr>
              <a:cxnSpLocks/>
            </p:cNvCxnSpPr>
            <p:nvPr/>
          </p:nvCxnSpPr>
          <p:spPr>
            <a:xfrm>
              <a:off x="-134196" y="5900720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1253F60C-3355-98BF-1C59-19EBCE01D09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02607" y="59030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57F3DF0B-2B73-31C7-5D45-EFD3D5FE190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35108" y="591244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EE19CC13-07EA-5FB4-0BA9-ABD7B3B1F62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29336" y="590475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9192F1FC-3AEA-DFD8-E762-01CB59F2158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9029" y="589992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B8E5E23D-9CD4-8F4A-7419-4CE46B909A8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758" y="590352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Elbow Connector 54">
              <a:extLst>
                <a:ext uri="{FF2B5EF4-FFF2-40B4-BE49-F238E27FC236}">
                  <a16:creationId xmlns:a16="http://schemas.microsoft.com/office/drawing/2014/main" id="{E101AE79-B17A-B0A8-4C25-E6FE3A65A48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595" y="59185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323D7A6-0650-EB50-9A66-9B72F3696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84048" y="4290398"/>
              <a:ext cx="1309517" cy="372909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824D2B0-1E74-EEB8-6007-6E1648FAB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0775" y="4290398"/>
              <a:ext cx="1309517" cy="372909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AD5E9260-36F2-DC20-4D87-A7EB8BC7A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31514" y="4287901"/>
              <a:ext cx="1309517" cy="372909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14173FE-BEAE-949D-E754-F52DDCDF3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63125" y="4287901"/>
              <a:ext cx="1309517" cy="372909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7590339-5695-7887-88F9-25F7B0BC8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16286" y="4269382"/>
              <a:ext cx="1309517" cy="372909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F4FF0A5C-B430-7890-7EBF-E0DB22890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47897" y="4269382"/>
              <a:ext cx="1309517" cy="372909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AE9792-D6DB-7BE1-864A-6F900DDF6A29}"/>
                </a:ext>
              </a:extLst>
            </p:cNvPr>
            <p:cNvSpPr txBox="1"/>
            <p:nvPr/>
          </p:nvSpPr>
          <p:spPr>
            <a:xfrm>
              <a:off x="7336911" y="7317167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70" name="Elbow Connector 69">
              <a:extLst>
                <a:ext uri="{FF2B5EF4-FFF2-40B4-BE49-F238E27FC236}">
                  <a16:creationId xmlns:a16="http://schemas.microsoft.com/office/drawing/2014/main" id="{C5BE5BDA-9F5F-4E3B-4475-ACBBD586832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06198" y="58995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Elbow Connector 70">
              <a:extLst>
                <a:ext uri="{FF2B5EF4-FFF2-40B4-BE49-F238E27FC236}">
                  <a16:creationId xmlns:a16="http://schemas.microsoft.com/office/drawing/2014/main" id="{13D4759D-6CE7-9A3D-071C-6C2DC2FFC75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27640" y="589711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Elbow Connector 71">
              <a:extLst>
                <a:ext uri="{FF2B5EF4-FFF2-40B4-BE49-F238E27FC236}">
                  <a16:creationId xmlns:a16="http://schemas.microsoft.com/office/drawing/2014/main" id="{917B1CC2-D1F4-E251-C364-2E0FB1300DA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59590" y="589711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Elbow Connector 72">
              <a:extLst>
                <a:ext uri="{FF2B5EF4-FFF2-40B4-BE49-F238E27FC236}">
                  <a16:creationId xmlns:a16="http://schemas.microsoft.com/office/drawing/2014/main" id="{77DB8266-D001-FBFE-F4B5-F42215EBC93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68753" y="591177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E30969A-75F7-5E57-3A55-DE90B8C2A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32727" y="6830641"/>
              <a:ext cx="1309517" cy="372908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7775667-9248-92A3-C203-3C1C62E3C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42096" y="6830641"/>
              <a:ext cx="1309517" cy="372908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FA2D819A-12A0-0717-31EA-D1DD51F3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82835" y="6828144"/>
              <a:ext cx="1309517" cy="372908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8FD1393-1549-D12A-9CEA-CEE1CFB72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35477" y="6828144"/>
              <a:ext cx="1309517" cy="372908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D747313-9C02-F36C-34D8-6B187DA62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33656" y="6809625"/>
              <a:ext cx="1309517" cy="372908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7977915-0B74-AC9D-1643-050D1137B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79288" y="6809625"/>
              <a:ext cx="1309517" cy="372908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6FE98B0-3D34-AB8F-74D4-9EB81E143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01764" y="6805436"/>
              <a:ext cx="1309517" cy="372908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F01773F-65E9-534E-1E56-CB35CCCC8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45919" y="6805436"/>
              <a:ext cx="1309517" cy="372908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2EC39B0-F026-F57B-EC38-E80467B4B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44098" y="6786917"/>
              <a:ext cx="1309517" cy="372908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08F1D109-722B-1CD6-D9D7-34D6E8E48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889730" y="6786917"/>
              <a:ext cx="1309517" cy="372908"/>
            </a:xfrm>
            <a:prstGeom prst="rect">
              <a:avLst/>
            </a:prstGeom>
          </p:spPr>
        </p:pic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39E42397-6AE2-17CA-CEBD-DB2903DB1FE9}"/>
                </a:ext>
              </a:extLst>
            </p:cNvPr>
            <p:cNvSpPr txBox="1"/>
            <p:nvPr/>
          </p:nvSpPr>
          <p:spPr>
            <a:xfrm>
              <a:off x="207453" y="2998004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8CCBE7E9-2DEA-871D-BCC5-770ACC24DE90}"/>
                </a:ext>
              </a:extLst>
            </p:cNvPr>
            <p:cNvSpPr txBox="1"/>
            <p:nvPr/>
          </p:nvSpPr>
          <p:spPr>
            <a:xfrm>
              <a:off x="8686210" y="5331002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18F7A9B0-C22E-0F7C-0AE9-32ACDDE3EB46}"/>
                </a:ext>
              </a:extLst>
            </p:cNvPr>
            <p:cNvSpPr/>
            <p:nvPr/>
          </p:nvSpPr>
          <p:spPr>
            <a:xfrm>
              <a:off x="-1531033" y="615255"/>
              <a:ext cx="15254065" cy="7018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80C56646-0BC9-C9CF-F4CD-011457C86552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851130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ADBE35E-1D6E-6826-6C47-EC7C3CF79D6F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844580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74" name="Picture 273">
              <a:extLst>
                <a:ext uri="{FF2B5EF4-FFF2-40B4-BE49-F238E27FC236}">
                  <a16:creationId xmlns:a16="http://schemas.microsoft.com/office/drawing/2014/main" id="{C91577D9-59A8-8B80-F387-CBFBF77E7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670430"/>
              <a:ext cx="1309525" cy="372909"/>
            </a:xfrm>
            <a:prstGeom prst="rect">
              <a:avLst/>
            </a:prstGeom>
          </p:spPr>
        </p:pic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A4C4B52-4B1C-3802-6D02-62E3AEF2A3B8}"/>
                </a:ext>
              </a:extLst>
            </p:cNvPr>
            <p:cNvSpPr txBox="1"/>
            <p:nvPr/>
          </p:nvSpPr>
          <p:spPr>
            <a:xfrm>
              <a:off x="-410980" y="1091455"/>
              <a:ext cx="87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1</a:t>
              </a:r>
            </a:p>
          </p:txBody>
        </p: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20E3C051-5310-80B5-7CD9-47630DCD9FF3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877772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CB179DB5-C414-8139-96AF-45B7114F34DC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859156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78" name="Picture 277">
              <a:extLst>
                <a:ext uri="{FF2B5EF4-FFF2-40B4-BE49-F238E27FC236}">
                  <a16:creationId xmlns:a16="http://schemas.microsoft.com/office/drawing/2014/main" id="{B87008B3-030F-4931-CF4E-1DB079169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670430"/>
              <a:ext cx="1309517" cy="372909"/>
            </a:xfrm>
            <a:prstGeom prst="rect">
              <a:avLst/>
            </a:prstGeom>
          </p:spPr>
        </p:pic>
        <p:pic>
          <p:nvPicPr>
            <p:cNvPr id="279" name="Picture 278">
              <a:extLst>
                <a:ext uri="{FF2B5EF4-FFF2-40B4-BE49-F238E27FC236}">
                  <a16:creationId xmlns:a16="http://schemas.microsoft.com/office/drawing/2014/main" id="{D8C89D24-FA63-00AB-A7CC-D0D7D010B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670430"/>
              <a:ext cx="1309517" cy="372909"/>
            </a:xfrm>
            <a:prstGeom prst="rect">
              <a:avLst/>
            </a:prstGeom>
          </p:spPr>
        </p:pic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ACFEB79C-C59B-323E-368F-7C411BEAEBCE}"/>
                </a:ext>
              </a:extLst>
            </p:cNvPr>
            <p:cNvSpPr txBox="1"/>
            <p:nvPr/>
          </p:nvSpPr>
          <p:spPr>
            <a:xfrm>
              <a:off x="882158" y="2017701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83DFBE55-F22B-F34C-C6F3-5F2AA3C11329}"/>
                </a:ext>
              </a:extLst>
            </p:cNvPr>
            <p:cNvSpPr txBox="1"/>
            <p:nvPr/>
          </p:nvSpPr>
          <p:spPr>
            <a:xfrm>
              <a:off x="7158463" y="2012449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6CEC8962-DDDE-A154-E2BC-EBCA9B9E8009}"/>
                </a:ext>
              </a:extLst>
            </p:cNvPr>
            <p:cNvSpPr txBox="1"/>
            <p:nvPr/>
          </p:nvSpPr>
          <p:spPr>
            <a:xfrm>
              <a:off x="5128405" y="201539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28EFA9E-4DC2-5A21-D5CE-447F2442AD47}"/>
                </a:ext>
              </a:extLst>
            </p:cNvPr>
            <p:cNvSpPr txBox="1"/>
            <p:nvPr/>
          </p:nvSpPr>
          <p:spPr>
            <a:xfrm>
              <a:off x="4874666" y="2261780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4A7E0E42-BD72-03F4-83EB-16E8B449EB97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536741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32422E45-934F-6E62-8D98-EC0E75D419B8}"/>
                </a:ext>
              </a:extLst>
            </p:cNvPr>
            <p:cNvSpPr txBox="1"/>
            <p:nvPr/>
          </p:nvSpPr>
          <p:spPr>
            <a:xfrm>
              <a:off x="566074" y="487096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C74920B1-EA8E-5A17-FB64-18990551DAD5}"/>
                </a:ext>
              </a:extLst>
            </p:cNvPr>
            <p:cNvSpPr txBox="1"/>
            <p:nvPr/>
          </p:nvSpPr>
          <p:spPr>
            <a:xfrm>
              <a:off x="2086159" y="487256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210D0F01-7F89-31BD-D8CC-9EF02B7CC753}"/>
                </a:ext>
              </a:extLst>
            </p:cNvPr>
            <p:cNvSpPr txBox="1"/>
            <p:nvPr/>
          </p:nvSpPr>
          <p:spPr>
            <a:xfrm>
              <a:off x="3690188" y="490669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4307AE33-9FDD-E29F-3197-22353C776568}"/>
                </a:ext>
              </a:extLst>
            </p:cNvPr>
            <p:cNvSpPr txBox="1"/>
            <p:nvPr/>
          </p:nvSpPr>
          <p:spPr>
            <a:xfrm>
              <a:off x="5294136" y="4890352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9FDC78BC-E642-306D-75CA-BE6D0B8A5127}"/>
                </a:ext>
              </a:extLst>
            </p:cNvPr>
            <p:cNvSpPr txBox="1"/>
            <p:nvPr/>
          </p:nvSpPr>
          <p:spPr>
            <a:xfrm>
              <a:off x="-1362916" y="486567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OSMT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9B57ED1E-C42F-F7F2-3EA9-D64681A6ED40}"/>
                </a:ext>
              </a:extLst>
            </p:cNvPr>
            <p:cNvSpPr txBox="1"/>
            <p:nvPr/>
          </p:nvSpPr>
          <p:spPr>
            <a:xfrm>
              <a:off x="6680325" y="4866201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A331C102-91E8-88B1-A9D9-593BF88B5458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638476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50B883C5-6450-11FC-1BE9-C51D3EAF4D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04779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87DF9323-EA7B-0C85-BFD5-499D87CD2A95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455735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4" name="Elbow Connector 293">
              <a:extLst>
                <a:ext uri="{FF2B5EF4-FFF2-40B4-BE49-F238E27FC236}">
                  <a16:creationId xmlns:a16="http://schemas.microsoft.com/office/drawing/2014/main" id="{1645F7C5-A1E2-134B-9A6E-6623D351216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Elbow Connector 294">
              <a:extLst>
                <a:ext uri="{FF2B5EF4-FFF2-40B4-BE49-F238E27FC236}">
                  <a16:creationId xmlns:a16="http://schemas.microsoft.com/office/drawing/2014/main" id="{7D6C26D3-F5EC-1E22-1274-360C7DB6DB9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65020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6" name="Elbow Connector 295">
              <a:extLst>
                <a:ext uri="{FF2B5EF4-FFF2-40B4-BE49-F238E27FC236}">
                  <a16:creationId xmlns:a16="http://schemas.microsoft.com/office/drawing/2014/main" id="{C489DBE2-FDA2-62A2-7FA7-A0D5C7350EE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64250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7" name="Elbow Connector 296">
              <a:extLst>
                <a:ext uri="{FF2B5EF4-FFF2-40B4-BE49-F238E27FC236}">
                  <a16:creationId xmlns:a16="http://schemas.microsoft.com/office/drawing/2014/main" id="{3323B533-274F-A24E-8CE8-348EC1F1A43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6376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Elbow Connector 297">
              <a:extLst>
                <a:ext uri="{FF2B5EF4-FFF2-40B4-BE49-F238E27FC236}">
                  <a16:creationId xmlns:a16="http://schemas.microsoft.com/office/drawing/2014/main" id="{C5BC3573-EDAD-3FCC-1407-20B053F09B6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64127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Elbow Connector 298">
              <a:extLst>
                <a:ext uri="{FF2B5EF4-FFF2-40B4-BE49-F238E27FC236}">
                  <a16:creationId xmlns:a16="http://schemas.microsoft.com/office/drawing/2014/main" id="{FB27C72A-F2AE-5999-7B3E-BBE4E1857E1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64082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718B7F34-61E2-17D7-82A6-DEC464194EB4}"/>
                </a:ext>
              </a:extLst>
            </p:cNvPr>
            <p:cNvSpPr txBox="1"/>
            <p:nvPr/>
          </p:nvSpPr>
          <p:spPr>
            <a:xfrm>
              <a:off x="3577388" y="738604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 + SMT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2FFE7584-7DB6-A5B2-D631-508D6D4AB971}"/>
                </a:ext>
              </a:extLst>
            </p:cNvPr>
            <p:cNvSpPr txBox="1"/>
            <p:nvPr/>
          </p:nvSpPr>
          <p:spPr>
            <a:xfrm>
              <a:off x="5058564" y="7354653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CEE+CEE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0C7AA655-EC8A-4A29-CDCC-4185CC30046A}"/>
                </a:ext>
              </a:extLst>
            </p:cNvPr>
            <p:cNvSpPr txBox="1"/>
            <p:nvPr/>
          </p:nvSpPr>
          <p:spPr>
            <a:xfrm>
              <a:off x="-1473208" y="732999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C112C6CD-C391-412A-EFF9-419A549EA76C}"/>
                </a:ext>
              </a:extLst>
            </p:cNvPr>
            <p:cNvSpPr txBox="1"/>
            <p:nvPr/>
          </p:nvSpPr>
          <p:spPr>
            <a:xfrm>
              <a:off x="6089587" y="7330519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NON+CEE</a:t>
              </a:r>
              <a:endParaRPr lang="en-US" sz="1200" dirty="0"/>
            </a:p>
          </p:txBody>
        </p: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D4656F6A-A314-DAFE-9EFC-2D50D8BEC8D1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01318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Elbow Connector 304">
              <a:extLst>
                <a:ext uri="{FF2B5EF4-FFF2-40B4-BE49-F238E27FC236}">
                  <a16:creationId xmlns:a16="http://schemas.microsoft.com/office/drawing/2014/main" id="{BB067476-93BC-DA42-C1A0-0679E3981F8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0366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Elbow Connector 305">
              <a:extLst>
                <a:ext uri="{FF2B5EF4-FFF2-40B4-BE49-F238E27FC236}">
                  <a16:creationId xmlns:a16="http://schemas.microsoft.com/office/drawing/2014/main" id="{2A9280E1-DC8B-D069-211C-4D36BBA7FF4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591304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Elbow Connector 306">
              <a:extLst>
                <a:ext uri="{FF2B5EF4-FFF2-40B4-BE49-F238E27FC236}">
                  <a16:creationId xmlns:a16="http://schemas.microsoft.com/office/drawing/2014/main" id="{87882258-443E-CA74-6B06-624B91C1CA6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0535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Elbow Connector 307">
              <a:extLst>
                <a:ext uri="{FF2B5EF4-FFF2-40B4-BE49-F238E27FC236}">
                  <a16:creationId xmlns:a16="http://schemas.microsoft.com/office/drawing/2014/main" id="{5B03394C-5807-FD4C-1F5E-4CBFDB5086D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0052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9" name="Elbow Connector 308">
              <a:extLst>
                <a:ext uri="{FF2B5EF4-FFF2-40B4-BE49-F238E27FC236}">
                  <a16:creationId xmlns:a16="http://schemas.microsoft.com/office/drawing/2014/main" id="{E45613DC-F6CB-337D-FDAF-C79971B4581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0412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Elbow Connector 309">
              <a:extLst>
                <a:ext uri="{FF2B5EF4-FFF2-40B4-BE49-F238E27FC236}">
                  <a16:creationId xmlns:a16="http://schemas.microsoft.com/office/drawing/2014/main" id="{892AE043-7711-BCFF-F9E0-0737C3098C7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591916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11" name="Picture 310">
              <a:extLst>
                <a:ext uri="{FF2B5EF4-FFF2-40B4-BE49-F238E27FC236}">
                  <a16:creationId xmlns:a16="http://schemas.microsoft.com/office/drawing/2014/main" id="{EE27400F-2E58-070E-5261-F8FE396CF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290996"/>
              <a:ext cx="1309517" cy="372909"/>
            </a:xfrm>
            <a:prstGeom prst="rect">
              <a:avLst/>
            </a:prstGeom>
          </p:spPr>
        </p:pic>
        <p:pic>
          <p:nvPicPr>
            <p:cNvPr id="312" name="Picture 311">
              <a:extLst>
                <a:ext uri="{FF2B5EF4-FFF2-40B4-BE49-F238E27FC236}">
                  <a16:creationId xmlns:a16="http://schemas.microsoft.com/office/drawing/2014/main" id="{3EA1A363-AA74-DC53-0E4C-186495DD5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290996"/>
              <a:ext cx="1309517" cy="372909"/>
            </a:xfrm>
            <a:prstGeom prst="rect">
              <a:avLst/>
            </a:prstGeom>
          </p:spPr>
        </p:pic>
        <p:pic>
          <p:nvPicPr>
            <p:cNvPr id="313" name="Picture 312">
              <a:extLst>
                <a:ext uri="{FF2B5EF4-FFF2-40B4-BE49-F238E27FC236}">
                  <a16:creationId xmlns:a16="http://schemas.microsoft.com/office/drawing/2014/main" id="{EC59A789-8D4D-0C63-4B7B-661C3AC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288499"/>
              <a:ext cx="1309517" cy="372909"/>
            </a:xfrm>
            <a:prstGeom prst="rect">
              <a:avLst/>
            </a:prstGeom>
          </p:spPr>
        </p:pic>
        <p:pic>
          <p:nvPicPr>
            <p:cNvPr id="314" name="Picture 313">
              <a:extLst>
                <a:ext uri="{FF2B5EF4-FFF2-40B4-BE49-F238E27FC236}">
                  <a16:creationId xmlns:a16="http://schemas.microsoft.com/office/drawing/2014/main" id="{00100E4D-4D48-5034-7A6A-01A2D4A69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288499"/>
              <a:ext cx="1309517" cy="372909"/>
            </a:xfrm>
            <a:prstGeom prst="rect">
              <a:avLst/>
            </a:prstGeom>
          </p:spPr>
        </p:pic>
        <p:pic>
          <p:nvPicPr>
            <p:cNvPr id="315" name="Picture 314">
              <a:extLst>
                <a:ext uri="{FF2B5EF4-FFF2-40B4-BE49-F238E27FC236}">
                  <a16:creationId xmlns:a16="http://schemas.microsoft.com/office/drawing/2014/main" id="{4620B900-9A70-7B2E-525C-1A09E6E5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269980"/>
              <a:ext cx="1309517" cy="372909"/>
            </a:xfrm>
            <a:prstGeom prst="rect">
              <a:avLst/>
            </a:prstGeom>
          </p:spPr>
        </p:pic>
        <p:pic>
          <p:nvPicPr>
            <p:cNvPr id="316" name="Picture 315">
              <a:extLst>
                <a:ext uri="{FF2B5EF4-FFF2-40B4-BE49-F238E27FC236}">
                  <a16:creationId xmlns:a16="http://schemas.microsoft.com/office/drawing/2014/main" id="{04BCB6D2-2069-5435-64D6-BEF97B37B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269980"/>
              <a:ext cx="1309517" cy="372909"/>
            </a:xfrm>
            <a:prstGeom prst="rect">
              <a:avLst/>
            </a:prstGeom>
          </p:spPr>
        </p:pic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AD8F153A-0ACB-21C8-1F61-199CD05DFD50}"/>
                </a:ext>
              </a:extLst>
            </p:cNvPr>
            <p:cNvSpPr txBox="1"/>
            <p:nvPr/>
          </p:nvSpPr>
          <p:spPr>
            <a:xfrm>
              <a:off x="7350481" y="7317765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CEE+NON</a:t>
              </a:r>
              <a:endParaRPr lang="en-US" sz="1200" dirty="0"/>
            </a:p>
          </p:txBody>
        </p:sp>
        <p:cxnSp>
          <p:nvCxnSpPr>
            <p:cNvPr id="318" name="Elbow Connector 317">
              <a:extLst>
                <a:ext uri="{FF2B5EF4-FFF2-40B4-BE49-F238E27FC236}">
                  <a16:creationId xmlns:a16="http://schemas.microsoft.com/office/drawing/2014/main" id="{0D23075E-7B92-5711-92E9-07A7D44035C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00163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9" name="Elbow Connector 318">
              <a:extLst>
                <a:ext uri="{FF2B5EF4-FFF2-40B4-BE49-F238E27FC236}">
                  <a16:creationId xmlns:a16="http://schemas.microsoft.com/office/drawing/2014/main" id="{63940FC4-1D67-1A67-F2D9-ECF5D2C5861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589771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0" name="Elbow Connector 319">
              <a:extLst>
                <a:ext uri="{FF2B5EF4-FFF2-40B4-BE49-F238E27FC236}">
                  <a16:creationId xmlns:a16="http://schemas.microsoft.com/office/drawing/2014/main" id="{93A5E384-8844-7B13-DB01-9F598A0103C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89771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1" name="Elbow Connector 320">
              <a:extLst>
                <a:ext uri="{FF2B5EF4-FFF2-40B4-BE49-F238E27FC236}">
                  <a16:creationId xmlns:a16="http://schemas.microsoft.com/office/drawing/2014/main" id="{5B27CDF8-48DD-E68A-E58D-CEAE2AA974A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591236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22" name="Picture 321">
              <a:extLst>
                <a:ext uri="{FF2B5EF4-FFF2-40B4-BE49-F238E27FC236}">
                  <a16:creationId xmlns:a16="http://schemas.microsoft.com/office/drawing/2014/main" id="{32E96E48-D9FB-98F8-FCDE-F35C9618D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831239"/>
              <a:ext cx="1309517" cy="372908"/>
            </a:xfrm>
            <a:prstGeom prst="rect">
              <a:avLst/>
            </a:prstGeom>
          </p:spPr>
        </p:pic>
        <p:pic>
          <p:nvPicPr>
            <p:cNvPr id="323" name="Picture 322">
              <a:extLst>
                <a:ext uri="{FF2B5EF4-FFF2-40B4-BE49-F238E27FC236}">
                  <a16:creationId xmlns:a16="http://schemas.microsoft.com/office/drawing/2014/main" id="{4665ADEB-D124-CADA-98EB-E350F2F33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831239"/>
              <a:ext cx="1309517" cy="372908"/>
            </a:xfrm>
            <a:prstGeom prst="rect">
              <a:avLst/>
            </a:prstGeom>
          </p:spPr>
        </p:pic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454CB8E5-B185-DCE1-CFFA-A81757B28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828742"/>
              <a:ext cx="1309517" cy="372908"/>
            </a:xfrm>
            <a:prstGeom prst="rect">
              <a:avLst/>
            </a:prstGeom>
          </p:spPr>
        </p:pic>
        <p:pic>
          <p:nvPicPr>
            <p:cNvPr id="325" name="Picture 324">
              <a:extLst>
                <a:ext uri="{FF2B5EF4-FFF2-40B4-BE49-F238E27FC236}">
                  <a16:creationId xmlns:a16="http://schemas.microsoft.com/office/drawing/2014/main" id="{30CFBCBE-D868-CE8B-CD57-B764324C4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828742"/>
              <a:ext cx="1309517" cy="372908"/>
            </a:xfrm>
            <a:prstGeom prst="rect">
              <a:avLst/>
            </a:prstGeom>
          </p:spPr>
        </p:pic>
        <p:pic>
          <p:nvPicPr>
            <p:cNvPr id="326" name="Picture 325">
              <a:extLst>
                <a:ext uri="{FF2B5EF4-FFF2-40B4-BE49-F238E27FC236}">
                  <a16:creationId xmlns:a16="http://schemas.microsoft.com/office/drawing/2014/main" id="{3ED05F1D-D7F8-3080-8354-BD6EE9BF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10223"/>
              <a:ext cx="1309517" cy="372908"/>
            </a:xfrm>
            <a:prstGeom prst="rect">
              <a:avLst/>
            </a:prstGeom>
          </p:spPr>
        </p:pic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F356A89B-FB4E-8071-7406-69EF27775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10223"/>
              <a:ext cx="1309517" cy="372908"/>
            </a:xfrm>
            <a:prstGeom prst="rect">
              <a:avLst/>
            </a:prstGeom>
          </p:spPr>
        </p:pic>
        <p:pic>
          <p:nvPicPr>
            <p:cNvPr id="328" name="Picture 327">
              <a:extLst>
                <a:ext uri="{FF2B5EF4-FFF2-40B4-BE49-F238E27FC236}">
                  <a16:creationId xmlns:a16="http://schemas.microsoft.com/office/drawing/2014/main" id="{02D989D3-D0F5-4F50-885D-0D1A5CB33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06034"/>
              <a:ext cx="1309517" cy="372908"/>
            </a:xfrm>
            <a:prstGeom prst="rect">
              <a:avLst/>
            </a:prstGeom>
          </p:spPr>
        </p:pic>
        <p:pic>
          <p:nvPicPr>
            <p:cNvPr id="329" name="Picture 328">
              <a:extLst>
                <a:ext uri="{FF2B5EF4-FFF2-40B4-BE49-F238E27FC236}">
                  <a16:creationId xmlns:a16="http://schemas.microsoft.com/office/drawing/2014/main" id="{BE38BFDB-DCA1-EEBD-480F-75684A758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06034"/>
              <a:ext cx="1309517" cy="372908"/>
            </a:xfrm>
            <a:prstGeom prst="rect">
              <a:avLst/>
            </a:prstGeom>
          </p:spPr>
        </p:pic>
        <p:pic>
          <p:nvPicPr>
            <p:cNvPr id="330" name="Picture 329">
              <a:extLst>
                <a:ext uri="{FF2B5EF4-FFF2-40B4-BE49-F238E27FC236}">
                  <a16:creationId xmlns:a16="http://schemas.microsoft.com/office/drawing/2014/main" id="{75AAB147-A2FF-46CB-A6BA-356FABC7D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787515"/>
              <a:ext cx="1309517" cy="372908"/>
            </a:xfrm>
            <a:prstGeom prst="rect">
              <a:avLst/>
            </a:prstGeom>
          </p:spPr>
        </p:pic>
        <p:pic>
          <p:nvPicPr>
            <p:cNvPr id="331" name="Picture 330">
              <a:extLst>
                <a:ext uri="{FF2B5EF4-FFF2-40B4-BE49-F238E27FC236}">
                  <a16:creationId xmlns:a16="http://schemas.microsoft.com/office/drawing/2014/main" id="{82482DC0-0749-D709-748A-3FB883E3D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787515"/>
              <a:ext cx="1309517" cy="372908"/>
            </a:xfrm>
            <a:prstGeom prst="rect">
              <a:avLst/>
            </a:prstGeom>
          </p:spPr>
        </p:pic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0802C4E-57B3-1891-2D83-23667BABE982}"/>
                </a:ext>
              </a:extLst>
            </p:cNvPr>
            <p:cNvSpPr txBox="1"/>
            <p:nvPr/>
          </p:nvSpPr>
          <p:spPr>
            <a:xfrm>
              <a:off x="221023" y="2998602"/>
              <a:ext cx="201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without CE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4FAD4CD2-0143-AE71-32F1-8DF29554939A}"/>
                </a:ext>
              </a:extLst>
            </p:cNvPr>
            <p:cNvSpPr txBox="1"/>
            <p:nvPr/>
          </p:nvSpPr>
          <p:spPr>
            <a:xfrm>
              <a:off x="8699780" y="5331600"/>
              <a:ext cx="1679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Level 2 with CE</a:t>
              </a: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4C319D1-A26D-13BF-33EB-43E55B55C238}"/>
                </a:ext>
              </a:extLst>
            </p:cNvPr>
            <p:cNvSpPr/>
            <p:nvPr/>
          </p:nvSpPr>
          <p:spPr>
            <a:xfrm>
              <a:off x="-1531033" y="704792"/>
              <a:ext cx="15254065" cy="7501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83CD8A1D-8A37-7CDC-287B-624B6BB7C321}"/>
                </a:ext>
              </a:extLst>
            </p:cNvPr>
            <p:cNvCxnSpPr>
              <a:cxnSpLocks/>
            </p:cNvCxnSpPr>
            <p:nvPr/>
          </p:nvCxnSpPr>
          <p:spPr>
            <a:xfrm>
              <a:off x="2275109" y="940667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9E9D7802-AC8B-B7B3-A072-781E6596CB9C}"/>
                </a:ext>
              </a:extLst>
            </p:cNvPr>
            <p:cNvCxnSpPr>
              <a:cxnSpLocks/>
            </p:cNvCxnSpPr>
            <p:nvPr/>
          </p:nvCxnSpPr>
          <p:spPr>
            <a:xfrm>
              <a:off x="2267504" y="934117"/>
              <a:ext cx="6179998" cy="3319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37" name="Picture 336">
              <a:extLst>
                <a:ext uri="{FF2B5EF4-FFF2-40B4-BE49-F238E27FC236}">
                  <a16:creationId xmlns:a16="http://schemas.microsoft.com/office/drawing/2014/main" id="{7766C917-72E9-BFF2-794D-46FDB2EA5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612742" y="1759967"/>
              <a:ext cx="1309525" cy="372909"/>
            </a:xfrm>
            <a:prstGeom prst="rect">
              <a:avLst/>
            </a:prstGeom>
          </p:spPr>
        </p:pic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6B0D754D-5EBD-3AAB-8BF0-103F5F5A4D18}"/>
                </a:ext>
              </a:extLst>
            </p:cNvPr>
            <p:cNvSpPr txBox="1"/>
            <p:nvPr/>
          </p:nvSpPr>
          <p:spPr>
            <a:xfrm>
              <a:off x="3156127" y="511521"/>
              <a:ext cx="9909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1</a:t>
              </a:r>
            </a:p>
          </p:txBody>
        </p: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F4DA602D-E19D-7A98-2D28-A3C87CFC3629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5" y="967309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5BB15961-1824-4622-F012-06E914DB2398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10" y="948693"/>
              <a:ext cx="0" cy="7966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41" name="Picture 340">
              <a:extLst>
                <a:ext uri="{FF2B5EF4-FFF2-40B4-BE49-F238E27FC236}">
                  <a16:creationId xmlns:a16="http://schemas.microsoft.com/office/drawing/2014/main" id="{D39A22B3-F6CF-FC6E-F0D7-9CE410998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821640" y="1759967"/>
              <a:ext cx="1309517" cy="372909"/>
            </a:xfrm>
            <a:prstGeom prst="rect">
              <a:avLst/>
            </a:prstGeom>
          </p:spPr>
        </p:pic>
        <p:pic>
          <p:nvPicPr>
            <p:cNvPr id="342" name="Picture 341">
              <a:extLst>
                <a:ext uri="{FF2B5EF4-FFF2-40B4-BE49-F238E27FC236}">
                  <a16:creationId xmlns:a16="http://schemas.microsoft.com/office/drawing/2014/main" id="{73BED110-FAF9-4554-F495-81EA5623B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756517" y="1759967"/>
              <a:ext cx="1309517" cy="372909"/>
            </a:xfrm>
            <a:prstGeom prst="rect">
              <a:avLst/>
            </a:prstGeom>
          </p:spPr>
        </p:pic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93E0F8F-40F8-414F-18A3-629AE7A2604E}"/>
                </a:ext>
              </a:extLst>
            </p:cNvPr>
            <p:cNvSpPr txBox="1"/>
            <p:nvPr/>
          </p:nvSpPr>
          <p:spPr>
            <a:xfrm>
              <a:off x="882160" y="2107238"/>
              <a:ext cx="283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without common envelope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319613B6-7F4D-79DB-4963-D6FC996099DB}"/>
                </a:ext>
              </a:extLst>
            </p:cNvPr>
            <p:cNvSpPr txBox="1"/>
            <p:nvPr/>
          </p:nvSpPr>
          <p:spPr>
            <a:xfrm>
              <a:off x="7158463" y="2101986"/>
              <a:ext cx="250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with common envelope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BBB7E1A4-55F9-5103-6938-17D995DEEC58}"/>
                </a:ext>
              </a:extLst>
            </p:cNvPr>
            <p:cNvSpPr txBox="1"/>
            <p:nvPr/>
          </p:nvSpPr>
          <p:spPr>
            <a:xfrm>
              <a:off x="5128405" y="210492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320DA4DA-D0CC-4E36-271A-28392AC45F88}"/>
                </a:ext>
              </a:extLst>
            </p:cNvPr>
            <p:cNvSpPr txBox="1"/>
            <p:nvPr/>
          </p:nvSpPr>
          <p:spPr>
            <a:xfrm>
              <a:off x="4874666" y="2351317"/>
              <a:ext cx="1361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(CE not specified)</a:t>
              </a:r>
            </a:p>
          </p:txBody>
        </p:sp>
        <p:cxnSp>
          <p:nvCxnSpPr>
            <p:cNvPr id="347" name="Straight Arrow Connector 346">
              <a:extLst>
                <a:ext uri="{FF2B5EF4-FFF2-40B4-BE49-F238E27FC236}">
                  <a16:creationId xmlns:a16="http://schemas.microsoft.com/office/drawing/2014/main" id="{3F19B7AF-F821-E21B-7487-626D73E1C577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6" y="2626278"/>
              <a:ext cx="0" cy="1086555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BB8CB6E5-3E21-26DF-A85A-51F188F9CFE2}"/>
                </a:ext>
              </a:extLst>
            </p:cNvPr>
            <p:cNvSpPr txBox="1"/>
            <p:nvPr/>
          </p:nvSpPr>
          <p:spPr>
            <a:xfrm>
              <a:off x="566074" y="4960506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SMT + NON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695AB76E-1D3C-A4C2-217A-5ACBFCA4C3E1}"/>
                </a:ext>
              </a:extLst>
            </p:cNvPr>
            <p:cNvSpPr txBox="1"/>
            <p:nvPr/>
          </p:nvSpPr>
          <p:spPr>
            <a:xfrm>
              <a:off x="2086159" y="4962097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SMT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CBD856D6-5495-F020-BCED-29BA316DC9D3}"/>
                </a:ext>
              </a:extLst>
            </p:cNvPr>
            <p:cNvSpPr txBox="1"/>
            <p:nvPr/>
          </p:nvSpPr>
          <p:spPr>
            <a:xfrm>
              <a:off x="3690188" y="499623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 + NON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C8C4BFA9-7428-4054-92D2-FEB254C3D2B7}"/>
                </a:ext>
              </a:extLst>
            </p:cNvPr>
            <p:cNvSpPr txBox="1"/>
            <p:nvPr/>
          </p:nvSpPr>
          <p:spPr>
            <a:xfrm>
              <a:off x="5294136" y="4979889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CHE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2394BA38-2C57-2BF8-DDCB-7001DCA1DFB1}"/>
                </a:ext>
              </a:extLst>
            </p:cNvPr>
            <p:cNvSpPr txBox="1"/>
            <p:nvPr/>
          </p:nvSpPr>
          <p:spPr>
            <a:xfrm>
              <a:off x="-1362916" y="4955214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SMT</a:t>
              </a:r>
              <a:br>
                <a:rPr lang="en-US" dirty="0"/>
              </a:br>
              <a:r>
                <a:rPr lang="en-US" dirty="0"/>
                <a:t>(SMT+SMT)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7DA79E5A-E791-DBE1-7CE2-FAB5C7EC5097}"/>
                </a:ext>
              </a:extLst>
            </p:cNvPr>
            <p:cNvSpPr txBox="1"/>
            <p:nvPr/>
          </p:nvSpPr>
          <p:spPr>
            <a:xfrm>
              <a:off x="6680325" y="4955738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 </a:t>
              </a:r>
              <a:br>
                <a:rPr lang="en-US" dirty="0"/>
              </a:br>
              <a:r>
                <a:rPr lang="en-US" sz="1200" dirty="0"/>
                <a:t>without CE </a:t>
              </a: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5F59696D-A6F7-B55D-2652-CCD5913B03D9}"/>
                </a:ext>
              </a:extLst>
            </p:cNvPr>
            <p:cNvCxnSpPr>
              <a:cxnSpLocks/>
            </p:cNvCxnSpPr>
            <p:nvPr/>
          </p:nvCxnSpPr>
          <p:spPr>
            <a:xfrm>
              <a:off x="-134320" y="3728013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E7B93820-F6E4-8B04-4EB9-3DA0B57ED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4466" y="5994316"/>
              <a:ext cx="8137647" cy="1518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C124AD74-903E-F776-7ED2-ADAEBD85F963}"/>
                </a:ext>
              </a:extLst>
            </p:cNvPr>
            <p:cNvCxnSpPr>
              <a:cxnSpLocks/>
            </p:cNvCxnSpPr>
            <p:nvPr/>
          </p:nvCxnSpPr>
          <p:spPr>
            <a:xfrm>
              <a:off x="8426263" y="2545272"/>
              <a:ext cx="42479" cy="3449044"/>
            </a:xfrm>
            <a:prstGeom prst="straightConnector1">
              <a:avLst/>
            </a:prstGeom>
            <a:ln w="571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7" name="Elbow Connector 356">
              <a:extLst>
                <a:ext uri="{FF2B5EF4-FFF2-40B4-BE49-F238E27FC236}">
                  <a16:creationId xmlns:a16="http://schemas.microsoft.com/office/drawing/2014/main" id="{E4EEF9EE-26F7-366F-0F52-26794A964E0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906915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8" name="Elbow Connector 357">
              <a:extLst>
                <a:ext uri="{FF2B5EF4-FFF2-40B4-BE49-F238E27FC236}">
                  <a16:creationId xmlns:a16="http://schemas.microsoft.com/office/drawing/2014/main" id="{A4041448-A637-0F58-36DF-C8C1D2C7C76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237939" y="373974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9" name="Elbow Connector 358">
              <a:extLst>
                <a:ext uri="{FF2B5EF4-FFF2-40B4-BE49-F238E27FC236}">
                  <a16:creationId xmlns:a16="http://schemas.microsoft.com/office/drawing/2014/main" id="{2CB3518D-7B10-EA73-C819-4CFD14BF3A95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630689" y="3732046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0" name="Elbow Connector 359">
              <a:extLst>
                <a:ext uri="{FF2B5EF4-FFF2-40B4-BE49-F238E27FC236}">
                  <a16:creationId xmlns:a16="http://schemas.microsoft.com/office/drawing/2014/main" id="{9B910CBE-26D0-DF52-7915-30D2EC13921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8905" y="372721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1" name="Elbow Connector 360">
              <a:extLst>
                <a:ext uri="{FF2B5EF4-FFF2-40B4-BE49-F238E27FC236}">
                  <a16:creationId xmlns:a16="http://schemas.microsoft.com/office/drawing/2014/main" id="{CB8BAE6C-36F3-BDC9-8042-8D42989A5AB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60882" y="3730815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2" name="Elbow Connector 361">
              <a:extLst>
                <a:ext uri="{FF2B5EF4-FFF2-40B4-BE49-F238E27FC236}">
                  <a16:creationId xmlns:a16="http://schemas.microsoft.com/office/drawing/2014/main" id="{BC39C8FE-E7F1-C0B3-FE0E-2A64C5A402B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15719" y="373036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9FE07A4D-61BA-04CC-D656-B8763FFAF433}"/>
                </a:ext>
              </a:extLst>
            </p:cNvPr>
            <p:cNvSpPr txBox="1"/>
            <p:nvPr/>
          </p:nvSpPr>
          <p:spPr>
            <a:xfrm>
              <a:off x="663997" y="7433599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single-core </a:t>
              </a:r>
              <a:br>
                <a:rPr lang="en-US" dirty="0"/>
              </a:br>
              <a:r>
                <a:rPr lang="en-US" dirty="0"/>
                <a:t>CE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9DC58FD5-95E8-90B8-2724-C657B309B37D}"/>
                </a:ext>
              </a:extLst>
            </p:cNvPr>
            <p:cNvSpPr txBox="1"/>
            <p:nvPr/>
          </p:nvSpPr>
          <p:spPr>
            <a:xfrm>
              <a:off x="2177627" y="7464750"/>
              <a:ext cx="1682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double-core CE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7B5F40BA-8807-8CE4-BD66-6F86BE0B8793}"/>
                </a:ext>
              </a:extLst>
            </p:cNvPr>
            <p:cNvSpPr txBox="1"/>
            <p:nvPr/>
          </p:nvSpPr>
          <p:spPr>
            <a:xfrm>
              <a:off x="3577388" y="7475584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 + SMT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8C2FA2A4-5A09-649A-F450-8A53D1185531}"/>
                </a:ext>
              </a:extLst>
            </p:cNvPr>
            <p:cNvSpPr txBox="1"/>
            <p:nvPr/>
          </p:nvSpPr>
          <p:spPr>
            <a:xfrm>
              <a:off x="5058564" y="7444190"/>
              <a:ext cx="168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CE+CE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5E115BDE-C05C-A6A3-2DAF-403266B38021}"/>
                </a:ext>
              </a:extLst>
            </p:cNvPr>
            <p:cNvSpPr txBox="1"/>
            <p:nvPr/>
          </p:nvSpPr>
          <p:spPr>
            <a:xfrm>
              <a:off x="-1473208" y="7419532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classic CE</a:t>
              </a:r>
            </a:p>
            <a:p>
              <a:pPr algn="ctr"/>
              <a:r>
                <a:rPr lang="en-US" dirty="0"/>
                <a:t>(SMT+CE)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76BF4665-C6AC-7645-F843-7BA27C0940DF}"/>
                </a:ext>
              </a:extLst>
            </p:cNvPr>
            <p:cNvSpPr txBox="1"/>
            <p:nvPr/>
          </p:nvSpPr>
          <p:spPr>
            <a:xfrm>
              <a:off x="6089587" y="7420056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NON+CE</a:t>
              </a:r>
              <a:endParaRPr lang="en-US" sz="1200" dirty="0"/>
            </a:p>
          </p:txBody>
        </p: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BAEE73D7-9E73-8C17-809C-C33573D75DF1}"/>
                </a:ext>
              </a:extLst>
            </p:cNvPr>
            <p:cNvCxnSpPr>
              <a:cxnSpLocks/>
            </p:cNvCxnSpPr>
            <p:nvPr/>
          </p:nvCxnSpPr>
          <p:spPr>
            <a:xfrm>
              <a:off x="-120626" y="5990855"/>
              <a:ext cx="799103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0" name="Elbow Connector 369">
              <a:extLst>
                <a:ext uri="{FF2B5EF4-FFF2-40B4-BE49-F238E27FC236}">
                  <a16:creationId xmlns:a16="http://schemas.microsoft.com/office/drawing/2014/main" id="{07CF927E-387A-F82A-BE43-324A853B345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316177" y="5993204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1" name="Elbow Connector 370">
              <a:extLst>
                <a:ext uri="{FF2B5EF4-FFF2-40B4-BE49-F238E27FC236}">
                  <a16:creationId xmlns:a16="http://schemas.microsoft.com/office/drawing/2014/main" id="{2A55C008-817B-3CCA-FD7F-5E7E2606E6A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48678" y="6002582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2" name="Elbow Connector 371">
              <a:extLst>
                <a:ext uri="{FF2B5EF4-FFF2-40B4-BE49-F238E27FC236}">
                  <a16:creationId xmlns:a16="http://schemas.microsoft.com/office/drawing/2014/main" id="{EFA2308D-D0E4-FA0E-9EE2-45D7AF9E99A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442906" y="5994888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3" name="Elbow Connector 372">
              <a:extLst>
                <a:ext uri="{FF2B5EF4-FFF2-40B4-BE49-F238E27FC236}">
                  <a16:creationId xmlns:a16="http://schemas.microsoft.com/office/drawing/2014/main" id="{C4AE5185-264D-2F2E-4B45-BF6593C89DC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92599" y="599006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4" name="Elbow Connector 373">
              <a:extLst>
                <a:ext uri="{FF2B5EF4-FFF2-40B4-BE49-F238E27FC236}">
                  <a16:creationId xmlns:a16="http://schemas.microsoft.com/office/drawing/2014/main" id="{0D81377C-B289-7701-E3E1-FB4016BA1EE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-447188" y="599365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5" name="Elbow Connector 374">
              <a:extLst>
                <a:ext uri="{FF2B5EF4-FFF2-40B4-BE49-F238E27FC236}">
                  <a16:creationId xmlns:a16="http://schemas.microsoft.com/office/drawing/2014/main" id="{7A91ABA2-36E2-BCCE-E11E-AA4FF027D1B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402025" y="6025031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1A754693-136D-57D5-52A1-AB4AD8359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-1070478" y="4380533"/>
              <a:ext cx="1309517" cy="372909"/>
            </a:xfrm>
            <a:prstGeom prst="rect">
              <a:avLst/>
            </a:prstGeom>
          </p:spPr>
        </p:pic>
        <p:pic>
          <p:nvPicPr>
            <p:cNvPr id="377" name="Picture 376">
              <a:extLst>
                <a:ext uri="{FF2B5EF4-FFF2-40B4-BE49-F238E27FC236}">
                  <a16:creationId xmlns:a16="http://schemas.microsoft.com/office/drawing/2014/main" id="{ACFC5174-6C4D-F765-28BB-84016AA89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345" y="4380533"/>
              <a:ext cx="1309517" cy="372909"/>
            </a:xfrm>
            <a:prstGeom prst="rect">
              <a:avLst/>
            </a:prstGeom>
          </p:spPr>
        </p:pic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1B12C5AC-7EC7-A8C2-0A21-EB5544A04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45084" y="4378036"/>
              <a:ext cx="1309517" cy="372909"/>
            </a:xfrm>
            <a:prstGeom prst="rect">
              <a:avLst/>
            </a:prstGeom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2E36BF1C-915D-1F0D-CA53-36E575A5E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76695" y="4378036"/>
              <a:ext cx="1309517" cy="372909"/>
            </a:xfrm>
            <a:prstGeom prst="rect">
              <a:avLst/>
            </a:prstGeom>
          </p:spPr>
        </p:pic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8B691A34-A24F-B6C0-1BF5-4EBD6738C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529856" y="4359517"/>
              <a:ext cx="1309517" cy="372909"/>
            </a:xfrm>
            <a:prstGeom prst="rect">
              <a:avLst/>
            </a:prstGeom>
          </p:spPr>
        </p:pic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FFBC48BF-0959-7CF7-3ACD-94C6FBB2E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161467" y="4359517"/>
              <a:ext cx="1309517" cy="372909"/>
            </a:xfrm>
            <a:prstGeom prst="rect">
              <a:avLst/>
            </a:prstGeom>
          </p:spPr>
        </p:pic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6DCA876A-DD03-EEB9-5018-86B489CB0B79}"/>
                </a:ext>
              </a:extLst>
            </p:cNvPr>
            <p:cNvSpPr txBox="1"/>
            <p:nvPr/>
          </p:nvSpPr>
          <p:spPr>
            <a:xfrm>
              <a:off x="7350481" y="7407302"/>
              <a:ext cx="2238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CE+NON</a:t>
              </a:r>
              <a:endParaRPr lang="en-US" sz="1200" dirty="0"/>
            </a:p>
          </p:txBody>
        </p:sp>
        <p:cxnSp>
          <p:nvCxnSpPr>
            <p:cNvPr id="383" name="Elbow Connector 382">
              <a:extLst>
                <a:ext uri="{FF2B5EF4-FFF2-40B4-BE49-F238E27FC236}">
                  <a16:creationId xmlns:a16="http://schemas.microsoft.com/office/drawing/2014/main" id="{29A5DB78-9F4C-F8C8-103F-2BF13B4420B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619768" y="5989700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4" name="Elbow Connector 383">
              <a:extLst>
                <a:ext uri="{FF2B5EF4-FFF2-40B4-BE49-F238E27FC236}">
                  <a16:creationId xmlns:a16="http://schemas.microsoft.com/office/drawing/2014/main" id="{11CBC4BF-1CFA-F8F7-AA03-313025F3986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541210" y="600357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5" name="Elbow Connector 384">
              <a:extLst>
                <a:ext uri="{FF2B5EF4-FFF2-40B4-BE49-F238E27FC236}">
                  <a16:creationId xmlns:a16="http://schemas.microsoft.com/office/drawing/2014/main" id="{1944B78F-2763-2D77-9476-02DD292BF28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073160" y="5987249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6" name="Elbow Connector 385">
              <a:extLst>
                <a:ext uri="{FF2B5EF4-FFF2-40B4-BE49-F238E27FC236}">
                  <a16:creationId xmlns:a16="http://schemas.microsoft.com/office/drawing/2014/main" id="{17DE531E-353B-9971-C7B5-296DCA8F46A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582323" y="5985577"/>
              <a:ext cx="1919986" cy="486745"/>
            </a:xfrm>
            <a:prstGeom prst="bentConnector3">
              <a:avLst>
                <a:gd name="adj1" fmla="val 100235"/>
              </a:avLst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1D5B8D34-E723-DFB8-DFC2-B46FA05199B3}"/>
                </a:ext>
              </a:extLst>
            </p:cNvPr>
            <p:cNvSpPr txBox="1"/>
            <p:nvPr/>
          </p:nvSpPr>
          <p:spPr>
            <a:xfrm>
              <a:off x="8664903" y="746046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radiative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D2B6F06A-7C59-B29C-31C7-140FA97322F8}"/>
                </a:ext>
              </a:extLst>
            </p:cNvPr>
            <p:cNvSpPr txBox="1"/>
            <p:nvPr/>
          </p:nvSpPr>
          <p:spPr>
            <a:xfrm>
              <a:off x="11460720" y="7451989"/>
              <a:ext cx="2238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other</a:t>
              </a:r>
            </a:p>
            <a:p>
              <a:pPr algn="ctr"/>
              <a:r>
                <a:rPr lang="en-US" sz="1200" dirty="0"/>
                <a:t>with CE 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3678CE3F-2BB0-F0E7-2FD4-2518F7F602AA}"/>
                </a:ext>
              </a:extLst>
            </p:cNvPr>
            <p:cNvSpPr txBox="1"/>
            <p:nvPr/>
          </p:nvSpPr>
          <p:spPr>
            <a:xfrm>
              <a:off x="10128606" y="7437317"/>
              <a:ext cx="2238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convective</a:t>
              </a:r>
              <a:br>
                <a:rPr lang="en-US" dirty="0"/>
              </a:br>
              <a:r>
                <a:rPr lang="en-US" dirty="0"/>
                <a:t>CE</a:t>
              </a:r>
              <a:endParaRPr lang="en-US" sz="1200" dirty="0"/>
            </a:p>
          </p:txBody>
        </p: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A6722A34-91E9-F2D7-4009-6B34A345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-1019157" y="6920776"/>
              <a:ext cx="1309517" cy="372908"/>
            </a:xfrm>
            <a:prstGeom prst="rect">
              <a:avLst/>
            </a:prstGeom>
          </p:spPr>
        </p:pic>
        <p:pic>
          <p:nvPicPr>
            <p:cNvPr id="391" name="Picture 390">
              <a:extLst>
                <a:ext uri="{FF2B5EF4-FFF2-40B4-BE49-F238E27FC236}">
                  <a16:creationId xmlns:a16="http://schemas.microsoft.com/office/drawing/2014/main" id="{AC506EA1-B3ED-4756-3FCD-9331233EE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55666" y="6920776"/>
              <a:ext cx="1309517" cy="372908"/>
            </a:xfrm>
            <a:prstGeom prst="rect">
              <a:avLst/>
            </a:prstGeom>
          </p:spPr>
        </p:pic>
        <p:pic>
          <p:nvPicPr>
            <p:cNvPr id="392" name="Picture 391">
              <a:extLst>
                <a:ext uri="{FF2B5EF4-FFF2-40B4-BE49-F238E27FC236}">
                  <a16:creationId xmlns:a16="http://schemas.microsoft.com/office/drawing/2014/main" id="{49240EAB-2C12-311D-0417-4A36BCA8C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2396405" y="6918279"/>
              <a:ext cx="1309517" cy="372908"/>
            </a:xfrm>
            <a:prstGeom prst="rect">
              <a:avLst/>
            </a:prstGeom>
          </p:spPr>
        </p:pic>
        <p:pic>
          <p:nvPicPr>
            <p:cNvPr id="393" name="Picture 392">
              <a:extLst>
                <a:ext uri="{FF2B5EF4-FFF2-40B4-BE49-F238E27FC236}">
                  <a16:creationId xmlns:a16="http://schemas.microsoft.com/office/drawing/2014/main" id="{10294276-BA50-8575-808B-C9A27A32F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3749047" y="6918279"/>
              <a:ext cx="1309517" cy="372908"/>
            </a:xfrm>
            <a:prstGeom prst="rect">
              <a:avLst/>
            </a:prstGeom>
          </p:spPr>
        </p:pic>
        <p:pic>
          <p:nvPicPr>
            <p:cNvPr id="394" name="Picture 393">
              <a:extLst>
                <a:ext uri="{FF2B5EF4-FFF2-40B4-BE49-F238E27FC236}">
                  <a16:creationId xmlns:a16="http://schemas.microsoft.com/office/drawing/2014/main" id="{65F3C568-7612-A0F4-1751-CBF2C2AC7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5147226" y="6899760"/>
              <a:ext cx="1309517" cy="372908"/>
            </a:xfrm>
            <a:prstGeom prst="rect">
              <a:avLst/>
            </a:prstGeom>
          </p:spPr>
        </p:pic>
        <p:pic>
          <p:nvPicPr>
            <p:cNvPr id="395" name="Picture 394">
              <a:extLst>
                <a:ext uri="{FF2B5EF4-FFF2-40B4-BE49-F238E27FC236}">
                  <a16:creationId xmlns:a16="http://schemas.microsoft.com/office/drawing/2014/main" id="{3F2E8142-1E7F-23B9-1D60-153777000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6592858" y="6899760"/>
              <a:ext cx="1309517" cy="372908"/>
            </a:xfrm>
            <a:prstGeom prst="rect">
              <a:avLst/>
            </a:prstGeom>
          </p:spPr>
        </p:pic>
        <p:pic>
          <p:nvPicPr>
            <p:cNvPr id="396" name="Picture 395">
              <a:extLst>
                <a:ext uri="{FF2B5EF4-FFF2-40B4-BE49-F238E27FC236}">
                  <a16:creationId xmlns:a16="http://schemas.microsoft.com/office/drawing/2014/main" id="{571B3F4E-3F0D-7EA3-4F82-1978FCD40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7815334" y="6895571"/>
              <a:ext cx="1309517" cy="372908"/>
            </a:xfrm>
            <a:prstGeom prst="rect">
              <a:avLst/>
            </a:prstGeom>
          </p:spPr>
        </p:pic>
        <p:pic>
          <p:nvPicPr>
            <p:cNvPr id="397" name="Picture 396">
              <a:extLst>
                <a:ext uri="{FF2B5EF4-FFF2-40B4-BE49-F238E27FC236}">
                  <a16:creationId xmlns:a16="http://schemas.microsoft.com/office/drawing/2014/main" id="{A0612120-1554-611E-FF68-2F45622BF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9059489" y="6895571"/>
              <a:ext cx="1309517" cy="372908"/>
            </a:xfrm>
            <a:prstGeom prst="rect">
              <a:avLst/>
            </a:prstGeom>
          </p:spPr>
        </p:pic>
        <p:pic>
          <p:nvPicPr>
            <p:cNvPr id="398" name="Picture 397">
              <a:extLst>
                <a:ext uri="{FF2B5EF4-FFF2-40B4-BE49-F238E27FC236}">
                  <a16:creationId xmlns:a16="http://schemas.microsoft.com/office/drawing/2014/main" id="{2A337931-9CBA-C980-AD37-8BFCD0674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0457668" y="6877052"/>
              <a:ext cx="1309517" cy="372908"/>
            </a:xfrm>
            <a:prstGeom prst="rect">
              <a:avLst/>
            </a:prstGeom>
          </p:spPr>
        </p:pic>
        <p:pic>
          <p:nvPicPr>
            <p:cNvPr id="399" name="Picture 398">
              <a:extLst>
                <a:ext uri="{FF2B5EF4-FFF2-40B4-BE49-F238E27FC236}">
                  <a16:creationId xmlns:a16="http://schemas.microsoft.com/office/drawing/2014/main" id="{92DE79AA-ABE6-230D-7EA6-19B88C13D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11903300" y="6877052"/>
              <a:ext cx="1309517" cy="372908"/>
            </a:xfrm>
            <a:prstGeom prst="rect">
              <a:avLst/>
            </a:prstGeom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AB8A4866-2219-7F36-2270-5FF095C9929A}"/>
                </a:ext>
              </a:extLst>
            </p:cNvPr>
            <p:cNvSpPr txBox="1"/>
            <p:nvPr/>
          </p:nvSpPr>
          <p:spPr>
            <a:xfrm>
              <a:off x="-450169" y="3349396"/>
              <a:ext cx="2318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2 without CE</a:t>
              </a: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9F1C956A-8FCD-575B-8894-5F1D0B209CA9}"/>
                </a:ext>
              </a:extLst>
            </p:cNvPr>
            <p:cNvSpPr txBox="1"/>
            <p:nvPr/>
          </p:nvSpPr>
          <p:spPr>
            <a:xfrm>
              <a:off x="9244089" y="5568095"/>
              <a:ext cx="19302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Level 2 with CE</a:t>
              </a:r>
            </a:p>
          </p:txBody>
        </p:sp>
      </p:grp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EF0A422D-7C7E-9A39-413C-C57CBC2C90EA}"/>
              </a:ext>
            </a:extLst>
          </p:cNvPr>
          <p:cNvCxnSpPr>
            <a:cxnSpLocks/>
          </p:cNvCxnSpPr>
          <p:nvPr/>
        </p:nvCxnSpPr>
        <p:spPr>
          <a:xfrm flipV="1">
            <a:off x="5785828" y="898071"/>
            <a:ext cx="0" cy="50550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52012D8-6E4A-A821-41C0-DE8F61CE2A97}"/>
              </a:ext>
            </a:extLst>
          </p:cNvPr>
          <p:cNvSpPr txBox="1"/>
          <p:nvPr/>
        </p:nvSpPr>
        <p:spPr>
          <a:xfrm>
            <a:off x="3373020" y="351003"/>
            <a:ext cx="482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mergers from isolated binary evolution</a:t>
            </a:r>
          </a:p>
        </p:txBody>
      </p:sp>
    </p:spTree>
    <p:extLst>
      <p:ext uri="{BB962C8B-B14F-4D97-AF65-F5344CB8AC3E}">
        <p14:creationId xmlns:p14="http://schemas.microsoft.com/office/powerpoint/2010/main" val="236410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00D9B-5A9C-8F65-5FE7-C8790C74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D2DAF311-BABA-2713-3FAE-72027FADF468}"/>
              </a:ext>
            </a:extLst>
          </p:cNvPr>
          <p:cNvSpPr/>
          <p:nvPr/>
        </p:nvSpPr>
        <p:spPr>
          <a:xfrm>
            <a:off x="-1544603" y="614657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722004-6693-BA3E-6EAA-67094A1FAA6E}"/>
              </a:ext>
            </a:extLst>
          </p:cNvPr>
          <p:cNvSpPr txBox="1"/>
          <p:nvPr/>
        </p:nvSpPr>
        <p:spPr>
          <a:xfrm>
            <a:off x="10238051" y="6482283"/>
            <a:ext cx="1675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(CE3) </a:t>
            </a:r>
            <a:br>
              <a:rPr lang="en-US" dirty="0"/>
            </a:br>
            <a:r>
              <a:rPr lang="en-US" dirty="0"/>
              <a:t>single-core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688AEED7-7499-F56B-2A4E-803EE440D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155" y="1705071"/>
            <a:ext cx="533400" cy="330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22CD44-3C9E-331A-9697-79A28211F08C}"/>
              </a:ext>
            </a:extLst>
          </p:cNvPr>
          <p:cNvCxnSpPr>
            <a:cxnSpLocks/>
          </p:cNvCxnSpPr>
          <p:nvPr/>
        </p:nvCxnSpPr>
        <p:spPr>
          <a:xfrm>
            <a:off x="242642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298AB9-D37C-353E-C355-FC14D32E1382}"/>
              </a:ext>
            </a:extLst>
          </p:cNvPr>
          <p:cNvSpPr txBox="1"/>
          <p:nvPr/>
        </p:nvSpPr>
        <p:spPr>
          <a:xfrm>
            <a:off x="1204422" y="1978603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</a:t>
            </a:r>
            <a:r>
              <a:rPr lang="en-US" dirty="0"/>
              <a:t>)  no CE  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417CB-5585-281A-1BAC-ECB8AF493185}"/>
              </a:ext>
            </a:extLst>
          </p:cNvPr>
          <p:cNvSpPr txBox="1"/>
          <p:nvPr/>
        </p:nvSpPr>
        <p:spPr>
          <a:xfrm>
            <a:off x="7209195" y="197884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(CE)  CE channels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BC1D2-753F-348E-BCDC-6AF8E0100776}"/>
              </a:ext>
            </a:extLst>
          </p:cNvPr>
          <p:cNvSpPr txBox="1"/>
          <p:nvPr/>
        </p:nvSpPr>
        <p:spPr>
          <a:xfrm>
            <a:off x="4952505" y="193896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(O)  other 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D221C86-902B-C807-4358-4007760C5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-320174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F4D7E7-7AC3-5DE1-B91F-B65CFF8EFE54}"/>
              </a:ext>
            </a:extLst>
          </p:cNvPr>
          <p:cNvCxnSpPr>
            <a:cxnSpLocks/>
          </p:cNvCxnSpPr>
          <p:nvPr/>
        </p:nvCxnSpPr>
        <p:spPr>
          <a:xfrm>
            <a:off x="-4618599" y="77847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74B654-DF40-F656-3008-A6D870082FA8}"/>
              </a:ext>
            </a:extLst>
          </p:cNvPr>
          <p:cNvCxnSpPr>
            <a:cxnSpLocks/>
          </p:cNvCxnSpPr>
          <p:nvPr/>
        </p:nvCxnSpPr>
        <p:spPr>
          <a:xfrm>
            <a:off x="2388624" y="850532"/>
            <a:ext cx="5826708" cy="40336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E263A1E-F684-A4A9-07FE-A911241248A1}"/>
              </a:ext>
            </a:extLst>
          </p:cNvPr>
          <p:cNvSpPr txBox="1"/>
          <p:nvPr/>
        </p:nvSpPr>
        <p:spPr>
          <a:xfrm>
            <a:off x="-1165176" y="4337640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(noCE1)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89FE5-E345-62AE-07CE-C44CCE859711}"/>
              </a:ext>
            </a:extLst>
          </p:cNvPr>
          <p:cNvSpPr txBox="1"/>
          <p:nvPr/>
        </p:nvSpPr>
        <p:spPr>
          <a:xfrm>
            <a:off x="4608218" y="4346108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noCEO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other  no 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DEA7CA-7700-E0BD-6A51-18A4FBF7E7A9}"/>
              </a:ext>
            </a:extLst>
          </p:cNvPr>
          <p:cNvSpPr txBox="1"/>
          <p:nvPr/>
        </p:nvSpPr>
        <p:spPr>
          <a:xfrm>
            <a:off x="581919" y="4320360"/>
            <a:ext cx="18840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(noCE2) </a:t>
            </a:r>
            <a:br>
              <a:rPr lang="en-US" dirty="0"/>
            </a:br>
            <a:r>
              <a:rPr lang="en-US" dirty="0"/>
              <a:t>SMT before SN1</a:t>
            </a:r>
          </a:p>
          <a:p>
            <a:pPr algn="ctr"/>
            <a:r>
              <a:rPr lang="en-US" dirty="0"/>
              <a:t>no SMT after SN1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E2EB29-CA61-EAC3-8D9F-C804F8378ABF}"/>
              </a:ext>
            </a:extLst>
          </p:cNvPr>
          <p:cNvSpPr txBox="1"/>
          <p:nvPr/>
        </p:nvSpPr>
        <p:spPr>
          <a:xfrm>
            <a:off x="2561706" y="4318054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(noCE3)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7DB7499-72EE-B53E-3F69-03A5C042B6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9812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5829A291-F9E0-C729-25EA-9F3C6787335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737625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EEAC7CB-48E9-5C95-5519-3388EF9C7A2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55493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7282F8F-1BD5-E680-0318-9370F280E9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1979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D7A8AB5-B98E-B1E8-009C-784E4BA71358}"/>
              </a:ext>
            </a:extLst>
          </p:cNvPr>
          <p:cNvSpPr txBox="1"/>
          <p:nvPr/>
        </p:nvSpPr>
        <p:spPr>
          <a:xfrm>
            <a:off x="2617790" y="6411917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B31711-9C98-AE05-D797-F73E32C997B1}"/>
              </a:ext>
            </a:extLst>
          </p:cNvPr>
          <p:cNvSpPr txBox="1"/>
          <p:nvPr/>
        </p:nvSpPr>
        <p:spPr>
          <a:xfrm>
            <a:off x="8756601" y="6384165"/>
            <a:ext cx="8204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(CEO) </a:t>
            </a:r>
            <a:br>
              <a:rPr lang="en-US" dirty="0"/>
            </a:br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69526E-8D60-1DE0-E654-610BF2AA8B13}"/>
              </a:ext>
            </a:extLst>
          </p:cNvPr>
          <p:cNvSpPr txBox="1"/>
          <p:nvPr/>
        </p:nvSpPr>
        <p:spPr>
          <a:xfrm>
            <a:off x="4653906" y="6398741"/>
            <a:ext cx="16466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(CE5) </a:t>
            </a:r>
            <a:br>
              <a:rPr lang="en-US" dirty="0"/>
            </a:br>
            <a:r>
              <a:rPr lang="en-US" dirty="0"/>
              <a:t>CE before SN1</a:t>
            </a:r>
          </a:p>
          <a:p>
            <a:pPr algn="ctr"/>
            <a:r>
              <a:rPr lang="en-US" dirty="0"/>
              <a:t>Single-core 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A67B4A-6097-F2D2-2CDA-78CB3FD21173}"/>
              </a:ext>
            </a:extLst>
          </p:cNvPr>
          <p:cNvSpPr txBox="1"/>
          <p:nvPr/>
        </p:nvSpPr>
        <p:spPr>
          <a:xfrm>
            <a:off x="6269582" y="6391103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(CE4) </a:t>
            </a:r>
          </a:p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5AB6E2A7-8330-3C16-6264-655F07D136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3978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C532B27-7A8B-693E-938C-9F348FF0169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0640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EE0981DE-C670-4154-F234-FEBF3F5DD94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22639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1A716D8-6094-8484-A300-F55CDD6227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0617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B07D80B-6659-EF5B-BAE1-112CCE306FC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7741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6C576D9-053A-826E-3322-AB539888542E}"/>
              </a:ext>
            </a:extLst>
          </p:cNvPr>
          <p:cNvSpPr txBox="1"/>
          <p:nvPr/>
        </p:nvSpPr>
        <p:spPr>
          <a:xfrm>
            <a:off x="670002" y="6539265"/>
            <a:ext cx="1592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(CE7) </a:t>
            </a:r>
            <a:br>
              <a:rPr lang="en-US" dirty="0"/>
            </a:br>
            <a:r>
              <a:rPr lang="en-US" dirty="0"/>
              <a:t>convective CE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7D388A1-5FF7-5C8B-B6BE-B25B2C0087FA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192" y="5664822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9FDC04C-7E2B-B36C-6A4C-88554FF4D8B8}"/>
              </a:ext>
            </a:extLst>
          </p:cNvPr>
          <p:cNvSpPr txBox="1"/>
          <p:nvPr/>
        </p:nvSpPr>
        <p:spPr>
          <a:xfrm>
            <a:off x="-920468" y="6553464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(CE6) </a:t>
            </a:r>
            <a:br>
              <a:rPr lang="en-US" dirty="0"/>
            </a:br>
            <a:r>
              <a:rPr lang="en-US" dirty="0"/>
              <a:t>radiative CE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253A1A2-807C-597E-D6CD-D597D24F7413}"/>
              </a:ext>
            </a:extLst>
          </p:cNvPr>
          <p:cNvCxnSpPr>
            <a:cxnSpLocks/>
          </p:cNvCxnSpPr>
          <p:nvPr/>
        </p:nvCxnSpPr>
        <p:spPr>
          <a:xfrm>
            <a:off x="8235210" y="2482615"/>
            <a:ext cx="0" cy="3182207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CF4BA0B-DC9C-9C4A-371F-39D8F5BBB142}"/>
              </a:ext>
            </a:extLst>
          </p:cNvPr>
          <p:cNvSpPr txBox="1"/>
          <p:nvPr/>
        </p:nvSpPr>
        <p:spPr>
          <a:xfrm>
            <a:off x="11924942" y="6482283"/>
            <a:ext cx="17845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(CE2) </a:t>
            </a:r>
            <a:br>
              <a:rPr lang="en-US" dirty="0"/>
            </a:br>
            <a:r>
              <a:rPr lang="en-US" dirty="0"/>
              <a:t>double-core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16507C95-0FAF-A7AB-A14C-4BB3E75ADD3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851723" y="566155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39569560-E3B4-E966-C4FA-1AEE817274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94042" y="1669832"/>
            <a:ext cx="1309525" cy="37290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1F5674A-FA75-AE41-E5B4-6F75D6201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703" y="1670912"/>
            <a:ext cx="482600" cy="2667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1FD1868-11F8-64B7-D134-63EBFD7D4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2874" y="6310317"/>
            <a:ext cx="508000" cy="2032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8ABBBF0-89A2-F105-0376-C4795984FB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457" y="6336160"/>
            <a:ext cx="478447" cy="24217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5205DC3-27CF-8B6E-92A4-7FC1A760E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38" y="6323772"/>
            <a:ext cx="482600" cy="254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8351C43-C82A-85EA-2B59-DE704DB150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1454" y="6170617"/>
            <a:ext cx="457200" cy="2413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F61246C-66CF-8FEA-A06B-558F10F240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24530" y="6355282"/>
            <a:ext cx="537031" cy="2540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063450A-3352-1639-4DA7-3DE45D42C6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3681" y="3971735"/>
            <a:ext cx="539033" cy="29136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00C7B5D-C740-FDF5-01BC-5D6F53930A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639" y="6197487"/>
            <a:ext cx="639584" cy="31603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4633E2-5AAD-2728-7FDA-764ACEF8A9BA}"/>
              </a:ext>
            </a:extLst>
          </p:cNvPr>
          <p:cNvCxnSpPr>
            <a:cxnSpLocks/>
          </p:cNvCxnSpPr>
          <p:nvPr/>
        </p:nvCxnSpPr>
        <p:spPr>
          <a:xfrm>
            <a:off x="2455246" y="2536143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ame 17">
            <a:extLst>
              <a:ext uri="{FF2B5EF4-FFF2-40B4-BE49-F238E27FC236}">
                <a16:creationId xmlns:a16="http://schemas.microsoft.com/office/drawing/2014/main" id="{4618093E-CE94-080C-B5DB-C68E75B9793C}"/>
              </a:ext>
            </a:extLst>
          </p:cNvPr>
          <p:cNvSpPr/>
          <p:nvPr/>
        </p:nvSpPr>
        <p:spPr>
          <a:xfrm>
            <a:off x="-639333" y="9226477"/>
            <a:ext cx="3839972" cy="2294334"/>
          </a:xfrm>
          <a:prstGeom prst="frame">
            <a:avLst>
              <a:gd name="adj1" fmla="val 0"/>
            </a:avLst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B1E4CB-F122-68B2-3561-106F71DBCC2A}"/>
              </a:ext>
            </a:extLst>
          </p:cNvPr>
          <p:cNvSpPr txBox="1"/>
          <p:nvPr/>
        </p:nvSpPr>
        <p:spPr>
          <a:xfrm>
            <a:off x="-324111" y="5360061"/>
            <a:ext cx="177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Dorozsmai</a:t>
            </a:r>
            <a:r>
              <a:rPr lang="en-US" sz="1400" dirty="0"/>
              <a:t> &amp; Toonen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AEB5C6-4AF2-76C7-EE67-D528F8F80572}"/>
              </a:ext>
            </a:extLst>
          </p:cNvPr>
          <p:cNvSpPr txBox="1"/>
          <p:nvPr/>
        </p:nvSpPr>
        <p:spPr>
          <a:xfrm>
            <a:off x="-446704" y="1072241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2BB33-9BCE-9DBC-89A5-94EF4FEB8C98}"/>
              </a:ext>
            </a:extLst>
          </p:cNvPr>
          <p:cNvSpPr txBox="1"/>
          <p:nvPr/>
        </p:nvSpPr>
        <p:spPr>
          <a:xfrm>
            <a:off x="-466430" y="2364735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F4A7A-7C37-0497-D2FA-F521E3CB7D83}"/>
              </a:ext>
            </a:extLst>
          </p:cNvPr>
          <p:cNvSpPr txBox="1"/>
          <p:nvPr/>
        </p:nvSpPr>
        <p:spPr>
          <a:xfrm>
            <a:off x="4861096" y="222268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EDA452-A116-1FE2-34CD-3377109213C7}"/>
              </a:ext>
            </a:extLst>
          </p:cNvPr>
          <p:cNvCxnSpPr>
            <a:cxnSpLocks/>
          </p:cNvCxnSpPr>
          <p:nvPr/>
        </p:nvCxnSpPr>
        <p:spPr>
          <a:xfrm>
            <a:off x="8172855" y="87717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4F6F0B-3C62-2FB8-2B92-71D730F919E7}"/>
              </a:ext>
            </a:extLst>
          </p:cNvPr>
          <p:cNvCxnSpPr>
            <a:cxnSpLocks/>
          </p:cNvCxnSpPr>
          <p:nvPr/>
        </p:nvCxnSpPr>
        <p:spPr>
          <a:xfrm>
            <a:off x="5477240" y="85855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84EE17-7AA8-23EF-98E1-6E94AE08C79C}"/>
              </a:ext>
            </a:extLst>
          </p:cNvPr>
          <p:cNvSpPr txBox="1"/>
          <p:nvPr/>
        </p:nvSpPr>
        <p:spPr>
          <a:xfrm>
            <a:off x="-383177" y="9365496"/>
            <a:ext cx="3378695" cy="215531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347B1-20D2-2C35-1560-65B4D63477C8}"/>
              </a:ext>
            </a:extLst>
          </p:cNvPr>
          <p:cNvSpPr txBox="1"/>
          <p:nvPr/>
        </p:nvSpPr>
        <p:spPr>
          <a:xfrm>
            <a:off x="5515003" y="1068150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Olejak</a:t>
            </a:r>
            <a:r>
              <a:rPr lang="en-US" sz="1000" dirty="0"/>
              <a:t> (2021)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1493A-58C1-4DB0-7C37-A10CA8168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3592" y="1647954"/>
            <a:ext cx="1309525" cy="3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8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F87A-EC33-2797-9E02-043B4435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75E755-E381-95F5-3A1B-9D26EB7184A2}"/>
              </a:ext>
            </a:extLst>
          </p:cNvPr>
          <p:cNvCxnSpPr>
            <a:cxnSpLocks/>
          </p:cNvCxnSpPr>
          <p:nvPr/>
        </p:nvCxnSpPr>
        <p:spPr>
          <a:xfrm>
            <a:off x="242642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2A9746-729F-5CE8-460D-C4A4BB2142AB}"/>
              </a:ext>
            </a:extLst>
          </p:cNvPr>
          <p:cNvCxnSpPr>
            <a:cxnSpLocks/>
          </p:cNvCxnSpPr>
          <p:nvPr/>
        </p:nvCxnSpPr>
        <p:spPr>
          <a:xfrm>
            <a:off x="6113926" y="883103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49399C-747C-233E-F615-51AEB364859C}"/>
              </a:ext>
            </a:extLst>
          </p:cNvPr>
          <p:cNvCxnSpPr>
            <a:cxnSpLocks/>
          </p:cNvCxnSpPr>
          <p:nvPr/>
        </p:nvCxnSpPr>
        <p:spPr>
          <a:xfrm>
            <a:off x="9192378" y="881789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993DCB-CF27-14E7-2BA2-F3F2316BB92D}"/>
              </a:ext>
            </a:extLst>
          </p:cNvPr>
          <p:cNvSpPr txBox="1"/>
          <p:nvPr/>
        </p:nvSpPr>
        <p:spPr>
          <a:xfrm>
            <a:off x="1287390" y="1839334"/>
            <a:ext cx="2321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only stable</a:t>
            </a:r>
            <a:br>
              <a:rPr lang="en-US" dirty="0"/>
            </a:br>
            <a:r>
              <a:rPr lang="en-US" dirty="0"/>
              <a:t>mass transfer (OSMT)</a:t>
            </a:r>
          </a:p>
          <a:p>
            <a:pPr algn="ctr"/>
            <a:r>
              <a:rPr lang="en-US" dirty="0"/>
              <a:t>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58EF0-D6D1-5485-8833-1629390B5A90}"/>
              </a:ext>
            </a:extLst>
          </p:cNvPr>
          <p:cNvSpPr txBox="1"/>
          <p:nvPr/>
        </p:nvSpPr>
        <p:spPr>
          <a:xfrm>
            <a:off x="5343198" y="1839334"/>
            <a:ext cx="15630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common </a:t>
            </a:r>
          </a:p>
          <a:p>
            <a:pPr algn="ctr"/>
            <a:r>
              <a:rPr lang="en-US" dirty="0"/>
              <a:t>envelope (CE)</a:t>
            </a:r>
          </a:p>
          <a:p>
            <a:pPr algn="ctr"/>
            <a:r>
              <a:rPr lang="en-US" dirty="0"/>
              <a:t>channels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59638-417F-517D-6C9E-8FDD1FBE6AC4}"/>
              </a:ext>
            </a:extLst>
          </p:cNvPr>
          <p:cNvSpPr txBox="1"/>
          <p:nvPr/>
        </p:nvSpPr>
        <p:spPr>
          <a:xfrm>
            <a:off x="8621549" y="1839334"/>
            <a:ext cx="1141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dirty="0"/>
              <a:t>channels</a:t>
            </a:r>
          </a:p>
          <a:p>
            <a:pPr algn="ctr"/>
            <a:endParaRPr lang="en-US" dirty="0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C866825-521A-C3BC-01C7-8D20D6A622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320174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4FE2BA-931D-029D-7C5E-91F559F6E0EA}"/>
              </a:ext>
            </a:extLst>
          </p:cNvPr>
          <p:cNvCxnSpPr>
            <a:cxnSpLocks/>
          </p:cNvCxnSpPr>
          <p:nvPr/>
        </p:nvCxnSpPr>
        <p:spPr>
          <a:xfrm>
            <a:off x="6202660" y="2933700"/>
            <a:ext cx="0" cy="206205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29B2A2-DE37-A928-BE1D-62B2126AA80E}"/>
              </a:ext>
            </a:extLst>
          </p:cNvPr>
          <p:cNvCxnSpPr>
            <a:cxnSpLocks/>
          </p:cNvCxnSpPr>
          <p:nvPr/>
        </p:nvCxnSpPr>
        <p:spPr>
          <a:xfrm>
            <a:off x="2408502" y="850532"/>
            <a:ext cx="6783876" cy="1694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F75E06-5A05-1184-9318-860DC031BEBE}"/>
              </a:ext>
            </a:extLst>
          </p:cNvPr>
          <p:cNvSpPr txBox="1"/>
          <p:nvPr/>
        </p:nvSpPr>
        <p:spPr>
          <a:xfrm>
            <a:off x="-1222184" y="437717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D807D2-C3CB-B1F8-A475-74513AD7F937}"/>
              </a:ext>
            </a:extLst>
          </p:cNvPr>
          <p:cNvSpPr txBox="1"/>
          <p:nvPr/>
        </p:nvSpPr>
        <p:spPr>
          <a:xfrm>
            <a:off x="4947566" y="434942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C8137F-8124-23C5-A737-11D2CD40A77E}"/>
              </a:ext>
            </a:extLst>
          </p:cNvPr>
          <p:cNvSpPr txBox="1"/>
          <p:nvPr/>
        </p:nvSpPr>
        <p:spPr>
          <a:xfrm>
            <a:off x="597332" y="4363297"/>
            <a:ext cx="1884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</a:t>
            </a:r>
          </a:p>
          <a:p>
            <a:pPr algn="ctr"/>
            <a:r>
              <a:rPr lang="en-US" dirty="0"/>
              <a:t>no SMT after SN1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46E52-F7A7-2823-3F45-D83DCF2A9DCC}"/>
              </a:ext>
            </a:extLst>
          </p:cNvPr>
          <p:cNvSpPr txBox="1"/>
          <p:nvPr/>
        </p:nvSpPr>
        <p:spPr>
          <a:xfrm>
            <a:off x="2429610" y="4356359"/>
            <a:ext cx="218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D6C02ED-006B-B263-F0D4-44F18121020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9812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25857B9-91DF-95E3-8675-9ED19AB270C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466436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39EB3798-722A-7607-52C2-BDE57CD58F8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86422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5F72495-C068-1B10-E2CA-C871122361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87390" y="5624037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F4D2BE-AA3A-51C2-6796-09B97AB235EA}"/>
              </a:ext>
            </a:extLst>
          </p:cNvPr>
          <p:cNvSpPr txBox="1"/>
          <p:nvPr/>
        </p:nvSpPr>
        <p:spPr>
          <a:xfrm>
            <a:off x="697801" y="844113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64EE17-0D5D-8B11-F29C-390D765A046B}"/>
              </a:ext>
            </a:extLst>
          </p:cNvPr>
          <p:cNvSpPr txBox="1"/>
          <p:nvPr/>
        </p:nvSpPr>
        <p:spPr>
          <a:xfrm>
            <a:off x="8787538" y="627143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DDFFA6-B7C1-7AA8-10DB-9B0B8C00795B}"/>
              </a:ext>
            </a:extLst>
          </p:cNvPr>
          <p:cNvSpPr txBox="1"/>
          <p:nvPr/>
        </p:nvSpPr>
        <p:spPr>
          <a:xfrm>
            <a:off x="3153076" y="8462076"/>
            <a:ext cx="164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CE before SN1</a:t>
            </a:r>
          </a:p>
          <a:p>
            <a:pPr algn="ctr"/>
            <a:r>
              <a:rPr lang="en-US" dirty="0"/>
              <a:t>Single-core 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BF4E1B-6B31-A9E0-60A5-E7DBFA9B95E2}"/>
              </a:ext>
            </a:extLst>
          </p:cNvPr>
          <p:cNvSpPr txBox="1"/>
          <p:nvPr/>
        </p:nvSpPr>
        <p:spPr>
          <a:xfrm>
            <a:off x="6607162" y="9458251"/>
            <a:ext cx="218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729D37B-0A1D-949D-8547-EDB11F3CEB9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1429" y="696107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D395342-4F35-D702-D576-AC38E2C08CC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813003" y="775762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CDCE4A3-5473-02F9-4335-3B881A4D99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76574" y="373587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D64746A-9BC8-8BC8-51B7-51DBAA136EF4}"/>
              </a:ext>
            </a:extLst>
          </p:cNvPr>
          <p:cNvSpPr txBox="1"/>
          <p:nvPr/>
        </p:nvSpPr>
        <p:spPr>
          <a:xfrm>
            <a:off x="7174564" y="437852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3B0A80-2BA9-1C16-004A-BA579F6C0A9B}"/>
              </a:ext>
            </a:extLst>
          </p:cNvPr>
          <p:cNvSpPr txBox="1"/>
          <p:nvPr/>
        </p:nvSpPr>
        <p:spPr>
          <a:xfrm>
            <a:off x="10334140" y="434942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614D92D-0113-CDB5-3B82-550002A52A9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772996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D32F27-106B-6BF6-B0AD-8A6D93A3B5F5}"/>
              </a:ext>
            </a:extLst>
          </p:cNvPr>
          <p:cNvCxnSpPr>
            <a:cxnSpLocks/>
          </p:cNvCxnSpPr>
          <p:nvPr/>
        </p:nvCxnSpPr>
        <p:spPr>
          <a:xfrm>
            <a:off x="6202660" y="558931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A0A62D-5616-3E2B-0D54-E331392F31BF}"/>
              </a:ext>
            </a:extLst>
          </p:cNvPr>
          <p:cNvCxnSpPr>
            <a:cxnSpLocks/>
          </p:cNvCxnSpPr>
          <p:nvPr/>
        </p:nvCxnSpPr>
        <p:spPr>
          <a:xfrm>
            <a:off x="1988847" y="7602651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E7EF6B6-54E1-E6CE-26E2-1DBB6C89191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58630" y="5624037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0D7AAD8-0F90-C5B2-EF5A-AD7200658338}"/>
              </a:ext>
            </a:extLst>
          </p:cNvPr>
          <p:cNvSpPr txBox="1"/>
          <p:nvPr/>
        </p:nvSpPr>
        <p:spPr>
          <a:xfrm>
            <a:off x="805990" y="6335838"/>
            <a:ext cx="105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rad/conv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16B61B-FDED-F408-009C-8DA6E38BE540}"/>
              </a:ext>
            </a:extLst>
          </p:cNvPr>
          <p:cNvSpPr txBox="1"/>
          <p:nvPr/>
        </p:nvSpPr>
        <p:spPr>
          <a:xfrm>
            <a:off x="5404258" y="6413301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MT sequence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82D42F-5114-D0B8-B744-40865BF7DFDB}"/>
              </a:ext>
            </a:extLst>
          </p:cNvPr>
          <p:cNvSpPr txBox="1"/>
          <p:nvPr/>
        </p:nvSpPr>
        <p:spPr>
          <a:xfrm>
            <a:off x="9996560" y="626028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MT sequence</a:t>
            </a:r>
          </a:p>
        </p:txBody>
      </p:sp>
    </p:spTree>
    <p:extLst>
      <p:ext uri="{BB962C8B-B14F-4D97-AF65-F5344CB8AC3E}">
        <p14:creationId xmlns:p14="http://schemas.microsoft.com/office/powerpoint/2010/main" val="359584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20976</TotalTime>
  <Words>1761</Words>
  <Application>Microsoft Macintosh PowerPoint</Application>
  <PresentationFormat>Custom</PresentationFormat>
  <Paragraphs>520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Broekgaarden, Floor</dc:creator>
  <cp:lastModifiedBy>Broekgaarden, Floor</cp:lastModifiedBy>
  <cp:revision>8</cp:revision>
  <dcterms:created xsi:type="dcterms:W3CDTF">2025-09-04T14:43:12Z</dcterms:created>
  <dcterms:modified xsi:type="dcterms:W3CDTF">2026-05-11T18:35:37Z</dcterms:modified>
</cp:coreProperties>
</file>