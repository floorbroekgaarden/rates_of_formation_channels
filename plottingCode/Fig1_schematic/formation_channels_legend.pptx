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"/>
  </p:notesMasterIdLst>
  <p:sldIdLst>
    <p:sldId id="256" r:id="rId2"/>
    <p:sldId id="257" r:id="rId3"/>
  </p:sldIdLst>
  <p:sldSz cx="12192000" cy="1600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54"/>
    <p:restoredTop sz="94611"/>
  </p:normalViewPr>
  <p:slideViewPr>
    <p:cSldViewPr snapToGrid="0" showGuides="1">
      <p:cViewPr>
        <p:scale>
          <a:sx n="102" d="100"/>
          <a:sy n="102" d="100"/>
        </p:scale>
        <p:origin x="3792" y="144"/>
      </p:cViewPr>
      <p:guideLst>
        <p:guide orient="horz" pos="1848"/>
        <p:guide pos="3840"/>
      </p:guideLst>
    </p:cSldViewPr>
  </p:slideViewPr>
  <p:notesTextViewPr>
    <p:cViewPr>
      <p:scale>
        <a:sx n="114" d="100"/>
        <a:sy n="114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C1B45-61CC-B64D-BCEF-949BE053BD15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52663" y="1143000"/>
            <a:ext cx="2352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E09CBB-8124-6641-AE7E-A65E79A62D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54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58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F29A-B243-FE95-B983-86D3AE4B9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D82E3-FF27-3442-1ACB-D41745637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BB4749-98E6-AAF7-DA77-A0CFF1B32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D40635-F351-9EBF-1F55-B503D91F55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E09CBB-8124-6641-AE7E-A65E79A62DB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9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618847"/>
            <a:ext cx="10363200" cy="5571067"/>
          </a:xfrm>
        </p:spPr>
        <p:txBody>
          <a:bodyPr anchor="b"/>
          <a:lstStyle>
            <a:lvl1pPr algn="ctr"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8404755"/>
            <a:ext cx="9144000" cy="3863445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585" indent="0" algn="ctr">
              <a:buNone/>
              <a:defRPr sz="2667"/>
            </a:lvl2pPr>
            <a:lvl3pPr marL="1219170" indent="0" algn="ctr">
              <a:buNone/>
              <a:defRPr sz="2400"/>
            </a:lvl3pPr>
            <a:lvl4pPr marL="1828754" indent="0" algn="ctr">
              <a:buNone/>
              <a:defRPr sz="2133"/>
            </a:lvl4pPr>
            <a:lvl5pPr marL="2438339" indent="0" algn="ctr">
              <a:buNone/>
              <a:defRPr sz="2133"/>
            </a:lvl5pPr>
            <a:lvl6pPr marL="3047924" indent="0" algn="ctr">
              <a:buNone/>
              <a:defRPr sz="2133"/>
            </a:lvl6pPr>
            <a:lvl7pPr marL="3657509" indent="0" algn="ctr">
              <a:buNone/>
              <a:defRPr sz="2133"/>
            </a:lvl7pPr>
            <a:lvl8pPr marL="4267093" indent="0" algn="ctr">
              <a:buNone/>
              <a:defRPr sz="2133"/>
            </a:lvl8pPr>
            <a:lvl9pPr marL="4876678" indent="0" algn="ctr"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100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8321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3989392"/>
            <a:ext cx="10515600" cy="6656386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0708751"/>
            <a:ext cx="10515600" cy="35004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1pPr>
            <a:lvl2pPr marL="609585" indent="0">
              <a:buNone/>
              <a:defRPr sz="2667">
                <a:solidFill>
                  <a:schemeClr val="tx1">
                    <a:tint val="82000"/>
                  </a:schemeClr>
                </a:solidFill>
              </a:defRPr>
            </a:lvl2pPr>
            <a:lvl3pPr marL="121917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3pPr>
            <a:lvl4pPr marL="182875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4pPr>
            <a:lvl5pPr marL="243833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5pPr>
            <a:lvl6pPr marL="3047924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6pPr>
            <a:lvl7pPr marL="3657509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7pPr>
            <a:lvl8pPr marL="4267093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8pPr>
            <a:lvl9pPr marL="4876678" indent="0">
              <a:buNone/>
              <a:defRPr sz="213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2163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259792"/>
            <a:ext cx="5181600" cy="101531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830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851962"/>
            <a:ext cx="10515600" cy="309298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3922714"/>
            <a:ext cx="5157787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5845175"/>
            <a:ext cx="5157787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3922714"/>
            <a:ext cx="5183188" cy="1922461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5845175"/>
            <a:ext cx="5183188" cy="8597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131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680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983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303995"/>
            <a:ext cx="6172200" cy="11371792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23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066800"/>
            <a:ext cx="3932237" cy="373380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303995"/>
            <a:ext cx="6172200" cy="11371792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00600"/>
            <a:ext cx="3932237" cy="8893705"/>
          </a:xfrm>
        </p:spPr>
        <p:txBody>
          <a:bodyPr/>
          <a:lstStyle>
            <a:lvl1pPr marL="0" indent="0">
              <a:buNone/>
              <a:defRPr sz="2133"/>
            </a:lvl1pPr>
            <a:lvl2pPr marL="609585" indent="0">
              <a:buNone/>
              <a:defRPr sz="1867"/>
            </a:lvl2pPr>
            <a:lvl3pPr marL="1219170" indent="0">
              <a:buNone/>
              <a:defRPr sz="1600"/>
            </a:lvl3pPr>
            <a:lvl4pPr marL="1828754" indent="0">
              <a:buNone/>
              <a:defRPr sz="1333"/>
            </a:lvl4pPr>
            <a:lvl5pPr marL="2438339" indent="0">
              <a:buNone/>
              <a:defRPr sz="1333"/>
            </a:lvl5pPr>
            <a:lvl6pPr marL="3047924" indent="0">
              <a:buNone/>
              <a:defRPr sz="1333"/>
            </a:lvl6pPr>
            <a:lvl7pPr marL="3657509" indent="0">
              <a:buNone/>
              <a:defRPr sz="1333"/>
            </a:lvl7pPr>
            <a:lvl8pPr marL="4267093" indent="0">
              <a:buNone/>
              <a:defRPr sz="1333"/>
            </a:lvl8pPr>
            <a:lvl9pPr marL="4876678" indent="0">
              <a:buNone/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8346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69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851958"/>
            <a:ext cx="2628900" cy="1356095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851958"/>
            <a:ext cx="7734300" cy="1356095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065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851962"/>
            <a:ext cx="10515600" cy="309298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259792"/>
            <a:ext cx="10515600" cy="101531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5CD7A-DB9E-E745-8EE8-D0AEE8EA9938}" type="datetimeFigureOut">
              <a:rPr lang="en-US" smtClean="0"/>
              <a:t>9/4/25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4831487"/>
            <a:ext cx="41148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4831487"/>
            <a:ext cx="2743200" cy="8519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412D43-29C0-9147-A16E-BEC63176DC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519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92" indent="-304792" algn="l" defTabSz="1219170" rtl="0" eaLnBrk="1" latinLnBrk="0" hangingPunct="1">
        <a:lnSpc>
          <a:spcPct val="90000"/>
        </a:lnSpc>
        <a:spcBef>
          <a:spcPts val="1333"/>
        </a:spcBef>
        <a:buFont typeface="Arial" panose="020B0604020202020204" pitchFamily="34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77">
            <a:extLst>
              <a:ext uri="{FF2B5EF4-FFF2-40B4-BE49-F238E27FC236}">
                <a16:creationId xmlns:a16="http://schemas.microsoft.com/office/drawing/2014/main" id="{889DB7A4-1EB4-CD9D-47D3-BE73D69CFBC6}"/>
              </a:ext>
            </a:extLst>
          </p:cNvPr>
          <p:cNvSpPr/>
          <p:nvPr/>
        </p:nvSpPr>
        <p:spPr>
          <a:xfrm>
            <a:off x="-1327759" y="563670"/>
            <a:ext cx="15169015" cy="672647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3AD861B-9B9A-C012-0266-12D4EA422385}"/>
              </a:ext>
            </a:extLst>
          </p:cNvPr>
          <p:cNvSpPr txBox="1"/>
          <p:nvPr/>
        </p:nvSpPr>
        <p:spPr>
          <a:xfrm>
            <a:off x="10229233" y="6482283"/>
            <a:ext cx="16931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single-core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FF8AC77F-50CF-4E51-14F4-5785786BF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1631083"/>
            <a:ext cx="533400" cy="3302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227806D-B0D6-4EDE-F2EC-D823A16B245B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77A6D3B-92FB-F58A-79AD-D177DE38663F}"/>
              </a:ext>
            </a:extLst>
          </p:cNvPr>
          <p:cNvCxnSpPr>
            <a:cxnSpLocks/>
          </p:cNvCxnSpPr>
          <p:nvPr/>
        </p:nvCxnSpPr>
        <p:spPr>
          <a:xfrm>
            <a:off x="6113926" y="88310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CB25869-8FD9-A37A-A6DF-5807DA4B474B}"/>
              </a:ext>
            </a:extLst>
          </p:cNvPr>
          <p:cNvCxnSpPr>
            <a:cxnSpLocks/>
          </p:cNvCxnSpPr>
          <p:nvPr/>
        </p:nvCxnSpPr>
        <p:spPr>
          <a:xfrm>
            <a:off x="9192378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1AA600-B588-9411-B633-33379041B25D}"/>
              </a:ext>
            </a:extLst>
          </p:cNvPr>
          <p:cNvSpPr txBox="1"/>
          <p:nvPr/>
        </p:nvSpPr>
        <p:spPr>
          <a:xfrm>
            <a:off x="1306171" y="2001638"/>
            <a:ext cx="2335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no common envelope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30803-0097-3FCF-6EB9-15EC2434998D}"/>
              </a:ext>
            </a:extLst>
          </p:cNvPr>
          <p:cNvSpPr txBox="1"/>
          <p:nvPr/>
        </p:nvSpPr>
        <p:spPr>
          <a:xfrm>
            <a:off x="4897908" y="2001638"/>
            <a:ext cx="25056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E1F36F-4AE9-C95C-D439-1166B8540D4E}"/>
              </a:ext>
            </a:extLst>
          </p:cNvPr>
          <p:cNvSpPr txBox="1"/>
          <p:nvPr/>
        </p:nvSpPr>
        <p:spPr>
          <a:xfrm>
            <a:off x="7938215" y="2001638"/>
            <a:ext cx="25603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(CE not specified)</a:t>
            </a:r>
          </a:p>
          <a:p>
            <a:pPr algn="ctr"/>
            <a:r>
              <a:rPr lang="en-US" dirty="0"/>
              <a:t>channels</a:t>
            </a:r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03B377E-E057-80A4-9CC3-F0F2F8706706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0BAF3DC-544E-ECE7-94A1-8541B117B92F}"/>
              </a:ext>
            </a:extLst>
          </p:cNvPr>
          <p:cNvCxnSpPr>
            <a:cxnSpLocks/>
          </p:cNvCxnSpPr>
          <p:nvPr/>
        </p:nvCxnSpPr>
        <p:spPr>
          <a:xfrm>
            <a:off x="-4618599" y="778477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1B4224-474F-B74E-14C6-32916B09D6B9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9392218-D067-D6D4-732C-0448CD68ABBB}"/>
              </a:ext>
            </a:extLst>
          </p:cNvPr>
          <p:cNvSpPr txBox="1"/>
          <p:nvPr/>
        </p:nvSpPr>
        <p:spPr>
          <a:xfrm>
            <a:off x="-1222184" y="4615167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56F4F2-742C-6408-DA83-D3466161BF7D}"/>
              </a:ext>
            </a:extLst>
          </p:cNvPr>
          <p:cNvSpPr txBox="1"/>
          <p:nvPr/>
        </p:nvSpPr>
        <p:spPr>
          <a:xfrm>
            <a:off x="4940352" y="4587415"/>
            <a:ext cx="7729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no 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799DD54-0459-D565-E9A8-C2252C874324}"/>
              </a:ext>
            </a:extLst>
          </p:cNvPr>
          <p:cNvSpPr txBox="1"/>
          <p:nvPr/>
        </p:nvSpPr>
        <p:spPr>
          <a:xfrm>
            <a:off x="597332" y="4601291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06E5B3A-09FA-6590-43EB-AAEA6D92745C}"/>
              </a:ext>
            </a:extLst>
          </p:cNvPr>
          <p:cNvSpPr txBox="1"/>
          <p:nvPr/>
        </p:nvSpPr>
        <p:spPr>
          <a:xfrm>
            <a:off x="2429610" y="4594353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A19A90A6-FCB0-8EDD-8390-08C5E616D41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5E4EEE7-E9DC-0AD3-1CC8-40FB95EB2C25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B55EE8A7-679B-4B29-7835-C3D49910C2E1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F66186EA-D59A-BDEB-B760-A3D7A320FE56}"/>
              </a:ext>
            </a:extLst>
          </p:cNvPr>
          <p:cNvCxnSpPr>
            <a:cxnSpLocks/>
          </p:cNvCxnSpPr>
          <p:nvPr/>
        </p:nvCxnSpPr>
        <p:spPr>
          <a:xfrm rot="10800000" flipV="1">
            <a:off x="351979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F4BFBB-9BF7-B145-6C2A-00AC50767807}"/>
              </a:ext>
            </a:extLst>
          </p:cNvPr>
          <p:cNvSpPr txBox="1"/>
          <p:nvPr/>
        </p:nvSpPr>
        <p:spPr>
          <a:xfrm>
            <a:off x="2617788" y="6411917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1668FF-50CA-BC4B-C822-22D1F170566D}"/>
              </a:ext>
            </a:extLst>
          </p:cNvPr>
          <p:cNvSpPr txBox="1"/>
          <p:nvPr/>
        </p:nvSpPr>
        <p:spPr>
          <a:xfrm>
            <a:off x="8787538" y="6384165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CE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95ECB1A-ACC7-D006-BF68-97F1A05512D2}"/>
              </a:ext>
            </a:extLst>
          </p:cNvPr>
          <p:cNvSpPr txBox="1"/>
          <p:nvPr/>
        </p:nvSpPr>
        <p:spPr>
          <a:xfrm>
            <a:off x="4555991" y="6398041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EE27FC3-6CFC-622A-EE7B-AD51C0B4CA11}"/>
              </a:ext>
            </a:extLst>
          </p:cNvPr>
          <p:cNvSpPr txBox="1"/>
          <p:nvPr/>
        </p:nvSpPr>
        <p:spPr>
          <a:xfrm>
            <a:off x="6269582" y="6391103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07EF9722-C792-C70E-55A0-B00C4D789D0E}"/>
              </a:ext>
            </a:extLst>
          </p:cNvPr>
          <p:cNvCxnSpPr>
            <a:cxnSpLocks/>
          </p:cNvCxnSpPr>
          <p:nvPr/>
        </p:nvCxnSpPr>
        <p:spPr>
          <a:xfrm rot="10800000" flipV="1">
            <a:off x="543978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D2AF79DA-1DF8-5779-8CD5-44289525215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5306408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895685DC-A85A-3C27-7EBC-7D552F5837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226394" y="565653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5E0D7D47-BC49-06DB-1FA4-7DCAA5A9384D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617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E0C5F5DB-FAD0-5C08-C1C0-B65120EABBA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77411" y="566020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D41F85C2-6C6B-5513-D121-47D53E86F5F5}"/>
              </a:ext>
            </a:extLst>
          </p:cNvPr>
          <p:cNvSpPr txBox="1"/>
          <p:nvPr/>
        </p:nvSpPr>
        <p:spPr>
          <a:xfrm>
            <a:off x="650765" y="6539265"/>
            <a:ext cx="16313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convective CE</a:t>
            </a:r>
          </a:p>
        </p:txBody>
      </p:sp>
      <p:cxnSp>
        <p:nvCxnSpPr>
          <p:cNvPr id="55" name="Elbow Connector 54">
            <a:extLst>
              <a:ext uri="{FF2B5EF4-FFF2-40B4-BE49-F238E27FC236}">
                <a16:creationId xmlns:a16="http://schemas.microsoft.com/office/drawing/2014/main" id="{196167BF-C3EC-CBFE-09C7-7BC6F5CE0C04}"/>
              </a:ext>
            </a:extLst>
          </p:cNvPr>
          <p:cNvCxnSpPr>
            <a:cxnSpLocks/>
          </p:cNvCxnSpPr>
          <p:nvPr/>
        </p:nvCxnSpPr>
        <p:spPr>
          <a:xfrm rot="10800000" flipV="1">
            <a:off x="-234192" y="5664822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779108F4-C59D-631D-FE0F-980F85493208}"/>
              </a:ext>
            </a:extLst>
          </p:cNvPr>
          <p:cNvSpPr txBox="1"/>
          <p:nvPr/>
        </p:nvSpPr>
        <p:spPr>
          <a:xfrm>
            <a:off x="-920470" y="6553464"/>
            <a:ext cx="1372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radiative CE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B93FA4B-7096-EB86-F596-8517E05A0810}"/>
              </a:ext>
            </a:extLst>
          </p:cNvPr>
          <p:cNvCxnSpPr>
            <a:cxnSpLocks/>
          </p:cNvCxnSpPr>
          <p:nvPr/>
        </p:nvCxnSpPr>
        <p:spPr>
          <a:xfrm>
            <a:off x="6193269" y="2746376"/>
            <a:ext cx="28172" cy="282665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9442AFF-802D-18AA-20CD-02FB7EC91AA0}"/>
              </a:ext>
            </a:extLst>
          </p:cNvPr>
          <p:cNvCxnSpPr>
            <a:cxnSpLocks/>
          </p:cNvCxnSpPr>
          <p:nvPr/>
        </p:nvCxnSpPr>
        <p:spPr>
          <a:xfrm>
            <a:off x="2408502" y="2674904"/>
            <a:ext cx="0" cy="92006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C9986CD-E02E-DED1-B7BB-6C96BEA51060}"/>
              </a:ext>
            </a:extLst>
          </p:cNvPr>
          <p:cNvSpPr txBox="1"/>
          <p:nvPr/>
        </p:nvSpPr>
        <p:spPr>
          <a:xfrm>
            <a:off x="11874611" y="6427272"/>
            <a:ext cx="17845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double-core CE </a:t>
            </a:r>
            <a:br>
              <a:rPr lang="en-US" dirty="0"/>
            </a:br>
            <a:r>
              <a:rPr lang="en-US" dirty="0"/>
              <a:t>before SN1</a:t>
            </a:r>
          </a:p>
        </p:txBody>
      </p: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868DBBA0-752B-EC7E-ABFE-8935D20C68B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51723" y="5661555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48708AF-C414-3936-10BA-2E77E50631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6078" y="1606786"/>
            <a:ext cx="520700" cy="266700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9DDD6647-85FF-B5C7-D98D-6E7E97EDED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9197" y="1666777"/>
            <a:ext cx="482600" cy="266700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2B06CE2-1F24-BA97-7DA7-27F861ADCB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2874" y="6310317"/>
            <a:ext cx="508000" cy="203200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857FD307-0F25-C91C-9232-F003878076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3457" y="6336160"/>
            <a:ext cx="478447" cy="242177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3CA1DE96-DDCC-68F3-5E0E-0AD8984692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5438" y="6323772"/>
            <a:ext cx="482600" cy="254000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23A31444-0F1E-A849-D4A7-FDCF873B2B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1454" y="6170617"/>
            <a:ext cx="457200" cy="241300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D79D3DFF-A68A-C02A-635F-8E2A5DF22B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524530" y="6355282"/>
            <a:ext cx="537031" cy="254001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8FF16939-EBF9-E50A-E7AF-F160D704DBF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73681" y="4349421"/>
            <a:ext cx="539033" cy="291369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69CACA26-C32B-76DC-D988-EB470677E86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200639" y="6197487"/>
            <a:ext cx="639584" cy="316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1427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2F87A-EC33-2797-9E02-043B44358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C75E755-E381-95F5-3A1B-9D26EB7184A2}"/>
              </a:ext>
            </a:extLst>
          </p:cNvPr>
          <p:cNvCxnSpPr>
            <a:cxnSpLocks/>
          </p:cNvCxnSpPr>
          <p:nvPr/>
        </p:nvCxnSpPr>
        <p:spPr>
          <a:xfrm>
            <a:off x="2426429" y="850532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42A9746-729F-5CE8-460D-C4A4BB2142AB}"/>
              </a:ext>
            </a:extLst>
          </p:cNvPr>
          <p:cNvCxnSpPr>
            <a:cxnSpLocks/>
          </p:cNvCxnSpPr>
          <p:nvPr/>
        </p:nvCxnSpPr>
        <p:spPr>
          <a:xfrm>
            <a:off x="6113926" y="883103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549399C-747C-233E-F615-51AEB364859C}"/>
              </a:ext>
            </a:extLst>
          </p:cNvPr>
          <p:cNvCxnSpPr>
            <a:cxnSpLocks/>
          </p:cNvCxnSpPr>
          <p:nvPr/>
        </p:nvCxnSpPr>
        <p:spPr>
          <a:xfrm>
            <a:off x="9192378" y="881789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5993DCB-CF27-14E7-2BA2-F3F2316BB92D}"/>
              </a:ext>
            </a:extLst>
          </p:cNvPr>
          <p:cNvSpPr txBox="1"/>
          <p:nvPr/>
        </p:nvSpPr>
        <p:spPr>
          <a:xfrm>
            <a:off x="1287390" y="1839334"/>
            <a:ext cx="232127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only stable</a:t>
            </a:r>
            <a:br>
              <a:rPr lang="en-US" dirty="0"/>
            </a:br>
            <a:r>
              <a:rPr lang="en-US" dirty="0"/>
              <a:t>mass transfer (OSMT)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058EF0-D6D1-5485-8833-1629390B5A90}"/>
              </a:ext>
            </a:extLst>
          </p:cNvPr>
          <p:cNvSpPr txBox="1"/>
          <p:nvPr/>
        </p:nvSpPr>
        <p:spPr>
          <a:xfrm>
            <a:off x="5343198" y="1839334"/>
            <a:ext cx="156305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common </a:t>
            </a:r>
          </a:p>
          <a:p>
            <a:pPr algn="ctr"/>
            <a:r>
              <a:rPr lang="en-US" dirty="0"/>
              <a:t>envelope (CE)</a:t>
            </a:r>
          </a:p>
          <a:p>
            <a:pPr algn="ctr"/>
            <a:r>
              <a:rPr lang="en-US" dirty="0"/>
              <a:t>channels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759638-417F-517D-6C9E-8FDD1FBE6AC4}"/>
              </a:ext>
            </a:extLst>
          </p:cNvPr>
          <p:cNvSpPr txBox="1"/>
          <p:nvPr/>
        </p:nvSpPr>
        <p:spPr>
          <a:xfrm>
            <a:off x="8621549" y="1839334"/>
            <a:ext cx="1141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</a:t>
            </a:r>
          </a:p>
          <a:p>
            <a:pPr algn="ctr"/>
            <a:r>
              <a:rPr lang="en-US" dirty="0"/>
              <a:t>channels</a:t>
            </a:r>
          </a:p>
          <a:p>
            <a:pPr algn="ctr"/>
            <a:endParaRPr lang="en-US" dirty="0"/>
          </a:p>
        </p:txBody>
      </p: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4C866825-521A-C3BC-01C7-8D20D6A62252}"/>
              </a:ext>
            </a:extLst>
          </p:cNvPr>
          <p:cNvCxnSpPr>
            <a:cxnSpLocks/>
          </p:cNvCxnSpPr>
          <p:nvPr/>
        </p:nvCxnSpPr>
        <p:spPr>
          <a:xfrm rot="10800000" flipV="1">
            <a:off x="-320174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B4FE2BA-931D-029D-7C5E-91F559F6E0EA}"/>
              </a:ext>
            </a:extLst>
          </p:cNvPr>
          <p:cNvCxnSpPr>
            <a:cxnSpLocks/>
          </p:cNvCxnSpPr>
          <p:nvPr/>
        </p:nvCxnSpPr>
        <p:spPr>
          <a:xfrm>
            <a:off x="6202660" y="2933700"/>
            <a:ext cx="0" cy="206205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529B2A2-DE37-A928-BE1D-62B2126AA80E}"/>
              </a:ext>
            </a:extLst>
          </p:cNvPr>
          <p:cNvCxnSpPr>
            <a:cxnSpLocks/>
          </p:cNvCxnSpPr>
          <p:nvPr/>
        </p:nvCxnSpPr>
        <p:spPr>
          <a:xfrm>
            <a:off x="2408502" y="850532"/>
            <a:ext cx="6783876" cy="16942"/>
          </a:xfrm>
          <a:prstGeom prst="line">
            <a:avLst/>
          </a:prstGeom>
          <a:ln w="571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F75E06-5A05-1184-9318-860DC031BEBE}"/>
              </a:ext>
            </a:extLst>
          </p:cNvPr>
          <p:cNvSpPr txBox="1"/>
          <p:nvPr/>
        </p:nvSpPr>
        <p:spPr>
          <a:xfrm>
            <a:off x="-1222184" y="437717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0D807D2-C3CB-B1F8-A475-74513AD7F937}"/>
              </a:ext>
            </a:extLst>
          </p:cNvPr>
          <p:cNvSpPr txBox="1"/>
          <p:nvPr/>
        </p:nvSpPr>
        <p:spPr>
          <a:xfrm>
            <a:off x="4947566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DC8137F-8124-23C5-A737-11D2CD40A77E}"/>
              </a:ext>
            </a:extLst>
          </p:cNvPr>
          <p:cNvSpPr txBox="1"/>
          <p:nvPr/>
        </p:nvSpPr>
        <p:spPr>
          <a:xfrm>
            <a:off x="597332" y="4363297"/>
            <a:ext cx="18840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</a:t>
            </a:r>
          </a:p>
          <a:p>
            <a:pPr algn="ctr"/>
            <a:r>
              <a:rPr lang="en-US" dirty="0"/>
              <a:t>no SMT after SN1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946E52-F7A7-2823-3F45-D83DCF2A9DCC}"/>
              </a:ext>
            </a:extLst>
          </p:cNvPr>
          <p:cNvSpPr txBox="1"/>
          <p:nvPr/>
        </p:nvSpPr>
        <p:spPr>
          <a:xfrm>
            <a:off x="2429610" y="4356359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3D6C02ED-006B-B263-F0D4-44F181210203}"/>
              </a:ext>
            </a:extLst>
          </p:cNvPr>
          <p:cNvCxnSpPr>
            <a:cxnSpLocks/>
          </p:cNvCxnSpPr>
          <p:nvPr/>
        </p:nvCxnSpPr>
        <p:spPr>
          <a:xfrm rot="10800000" flipV="1">
            <a:off x="159981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D25857B9-91DF-95E3-8675-9ED19AB270C9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146643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39EB3798-722A-7607-52C2-BDE57CD58F84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3386422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55F72495-C068-1B10-E2CA-C871122361BE}"/>
              </a:ext>
            </a:extLst>
          </p:cNvPr>
          <p:cNvCxnSpPr>
            <a:cxnSpLocks/>
          </p:cNvCxnSpPr>
          <p:nvPr/>
        </p:nvCxnSpPr>
        <p:spPr>
          <a:xfrm rot="10800000" flipV="1">
            <a:off x="128739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5F4D2BE-AA3A-51C2-6796-09B97AB235EA}"/>
              </a:ext>
            </a:extLst>
          </p:cNvPr>
          <p:cNvSpPr txBox="1"/>
          <p:nvPr/>
        </p:nvSpPr>
        <p:spPr>
          <a:xfrm>
            <a:off x="697801" y="844113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CE after SN1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64EE17-0D5D-8B11-F29C-390D765A046B}"/>
              </a:ext>
            </a:extLst>
          </p:cNvPr>
          <p:cNvSpPr txBox="1"/>
          <p:nvPr/>
        </p:nvSpPr>
        <p:spPr>
          <a:xfrm>
            <a:off x="8787538" y="627143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DDFFA6-B7C1-7AA8-10DB-9B0B8C00795B}"/>
              </a:ext>
            </a:extLst>
          </p:cNvPr>
          <p:cNvSpPr txBox="1"/>
          <p:nvPr/>
        </p:nvSpPr>
        <p:spPr>
          <a:xfrm>
            <a:off x="3153076" y="8462076"/>
            <a:ext cx="16466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CE before SN1</a:t>
            </a:r>
          </a:p>
          <a:p>
            <a:pPr algn="ctr"/>
            <a:r>
              <a:rPr lang="en-US" dirty="0"/>
              <a:t>Single-core 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BF4E1B-6B31-A9E0-60A5-E7DBFA9B95E2}"/>
              </a:ext>
            </a:extLst>
          </p:cNvPr>
          <p:cNvSpPr txBox="1"/>
          <p:nvPr/>
        </p:nvSpPr>
        <p:spPr>
          <a:xfrm>
            <a:off x="6607162" y="9458251"/>
            <a:ext cx="21803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no 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cxnSp>
        <p:nvCxnSpPr>
          <p:cNvPr id="44" name="Elbow Connector 43">
            <a:extLst>
              <a:ext uri="{FF2B5EF4-FFF2-40B4-BE49-F238E27FC236}">
                <a16:creationId xmlns:a16="http://schemas.microsoft.com/office/drawing/2014/main" id="{7729D37B-0A1D-949D-8547-EDB11F3CEB9F}"/>
              </a:ext>
            </a:extLst>
          </p:cNvPr>
          <p:cNvCxnSpPr>
            <a:cxnSpLocks/>
          </p:cNvCxnSpPr>
          <p:nvPr/>
        </p:nvCxnSpPr>
        <p:spPr>
          <a:xfrm rot="10800000" flipV="1">
            <a:off x="371429" y="6961078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3D395342-4F35-D702-D576-AC38E2C08CCF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7813003" y="7757627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CDCE4A3-5473-02F9-4335-3B881A4D99BC}"/>
              </a:ext>
            </a:extLst>
          </p:cNvPr>
          <p:cNvCxnSpPr>
            <a:cxnSpLocks/>
          </p:cNvCxnSpPr>
          <p:nvPr/>
        </p:nvCxnSpPr>
        <p:spPr>
          <a:xfrm rot="10800000" flipV="1">
            <a:off x="8076574" y="373587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6D64746A-9BC8-8BC8-51B7-51DBAA136EF4}"/>
              </a:ext>
            </a:extLst>
          </p:cNvPr>
          <p:cNvSpPr txBox="1"/>
          <p:nvPr/>
        </p:nvSpPr>
        <p:spPr>
          <a:xfrm>
            <a:off x="7174564" y="4378523"/>
            <a:ext cx="1804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SMT before SN1 </a:t>
            </a:r>
            <a:br>
              <a:rPr lang="en-US" dirty="0"/>
            </a:br>
            <a:r>
              <a:rPr lang="en-US" dirty="0"/>
              <a:t>SMT after SN1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03B0A80-2BA9-1C16-004A-BA579F6C0A9B}"/>
              </a:ext>
            </a:extLst>
          </p:cNvPr>
          <p:cNvSpPr txBox="1"/>
          <p:nvPr/>
        </p:nvSpPr>
        <p:spPr>
          <a:xfrm>
            <a:off x="10334140" y="4349421"/>
            <a:ext cx="7585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other </a:t>
            </a:r>
            <a:br>
              <a:rPr lang="en-US" dirty="0"/>
            </a:br>
            <a:r>
              <a:rPr lang="en-US" dirty="0"/>
              <a:t>SMT</a:t>
            </a:r>
          </a:p>
        </p:txBody>
      </p:sp>
      <p:cxnSp>
        <p:nvCxnSpPr>
          <p:cNvPr id="51" name="Elbow Connector 50">
            <a:extLst>
              <a:ext uri="{FF2B5EF4-FFF2-40B4-BE49-F238E27FC236}">
                <a16:creationId xmlns:a16="http://schemas.microsoft.com/office/drawing/2014/main" id="{8614D92D-0113-CDB5-3B82-550002A52A92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8772996" y="3734524"/>
            <a:ext cx="1919986" cy="486745"/>
          </a:xfrm>
          <a:prstGeom prst="bentConnector3">
            <a:avLst>
              <a:gd name="adj1" fmla="val 100235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0D32F27-106B-6BF6-B0AD-8A6D93A3B5F5}"/>
              </a:ext>
            </a:extLst>
          </p:cNvPr>
          <p:cNvCxnSpPr>
            <a:cxnSpLocks/>
          </p:cNvCxnSpPr>
          <p:nvPr/>
        </p:nvCxnSpPr>
        <p:spPr>
          <a:xfrm>
            <a:off x="6202660" y="5589318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FA0A62D-5616-3E2B-0D54-E331392F31BF}"/>
              </a:ext>
            </a:extLst>
          </p:cNvPr>
          <p:cNvCxnSpPr>
            <a:cxnSpLocks/>
          </p:cNvCxnSpPr>
          <p:nvPr/>
        </p:nvCxnSpPr>
        <p:spPr>
          <a:xfrm>
            <a:off x="1988847" y="7602651"/>
            <a:ext cx="0" cy="796698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Elbow Connector 23">
            <a:extLst>
              <a:ext uri="{FF2B5EF4-FFF2-40B4-BE49-F238E27FC236}">
                <a16:creationId xmlns:a16="http://schemas.microsoft.com/office/drawing/2014/main" id="{1E7EF6B6-54E1-E6CE-26E2-1DBB6C89191D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158630" y="5624037"/>
            <a:ext cx="4915270" cy="654332"/>
          </a:xfrm>
          <a:prstGeom prst="bentConnector3">
            <a:avLst>
              <a:gd name="adj1" fmla="val 99948"/>
            </a:avLst>
          </a:prstGeom>
          <a:ln w="571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0D7AAD8-0F90-C5B2-EF5A-AD7200658338}"/>
              </a:ext>
            </a:extLst>
          </p:cNvPr>
          <p:cNvSpPr txBox="1"/>
          <p:nvPr/>
        </p:nvSpPr>
        <p:spPr>
          <a:xfrm>
            <a:off x="805990" y="6335838"/>
            <a:ext cx="1050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rad/conv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A16B61B-FDED-F408-009C-8DA6E38BE540}"/>
              </a:ext>
            </a:extLst>
          </p:cNvPr>
          <p:cNvSpPr txBox="1"/>
          <p:nvPr/>
        </p:nvSpPr>
        <p:spPr>
          <a:xfrm>
            <a:off x="5404258" y="6413301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82D42F-5114-D0B8-B744-40865BF7DFDB}"/>
              </a:ext>
            </a:extLst>
          </p:cNvPr>
          <p:cNvSpPr txBox="1"/>
          <p:nvPr/>
        </p:nvSpPr>
        <p:spPr>
          <a:xfrm>
            <a:off x="9996560" y="6260288"/>
            <a:ext cx="1508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MT sequence</a:t>
            </a:r>
          </a:p>
        </p:txBody>
      </p:sp>
    </p:spTree>
    <p:extLst>
      <p:ext uri="{BB962C8B-B14F-4D97-AF65-F5344CB8AC3E}">
        <p14:creationId xmlns:p14="http://schemas.microsoft.com/office/powerpoint/2010/main" val="3595846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469</TotalTime>
  <Words>164</Words>
  <Application>Microsoft Macintosh PowerPoint</Application>
  <PresentationFormat>Custom</PresentationFormat>
  <Paragraphs>44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Broekgaarden, Floor</dc:creator>
  <cp:lastModifiedBy>Broekgaarden, Floor</cp:lastModifiedBy>
  <cp:revision>1</cp:revision>
  <dcterms:created xsi:type="dcterms:W3CDTF">2025-09-04T14:43:12Z</dcterms:created>
  <dcterms:modified xsi:type="dcterms:W3CDTF">2025-09-04T22:33:09Z</dcterms:modified>
</cp:coreProperties>
</file>