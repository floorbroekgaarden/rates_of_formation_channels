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1600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6"/>
    <p:restoredTop sz="94640"/>
  </p:normalViewPr>
  <p:slideViewPr>
    <p:cSldViewPr snapToGrid="0" showGuides="1">
      <p:cViewPr>
        <p:scale>
          <a:sx n="65" d="100"/>
          <a:sy n="65" d="100"/>
        </p:scale>
        <p:origin x="2520" y="144"/>
      </p:cViewPr>
      <p:guideLst>
        <p:guide orient="horz" pos="1848"/>
        <p:guide pos="3840"/>
      </p:guideLst>
    </p:cSldViewPr>
  </p:slideViewPr>
  <p:notesTextViewPr>
    <p:cViewPr>
      <p:scale>
        <a:sx n="114" d="100"/>
        <a:sy n="114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AC1B45-61CC-B64D-BCEF-949BE053BD15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52663" y="1143000"/>
            <a:ext cx="2352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E09CBB-8124-6641-AE7E-A65E79A62D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54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09CBB-8124-6641-AE7E-A65E79A62D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58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EF29A-B243-FE95-B983-86D3AE4B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D82E3-FF27-3442-1ACB-D41745637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BB4749-98E6-AAF7-DA77-A0CFF1B32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40635-F351-9EBF-1F55-B503D91F5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E09CBB-8124-6641-AE7E-A65E79A62D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91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18847"/>
            <a:ext cx="10363200" cy="55710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404755"/>
            <a:ext cx="9144000" cy="3863445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10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83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989392"/>
            <a:ext cx="10515600" cy="6656386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708751"/>
            <a:ext cx="10515600" cy="350043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216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259792"/>
            <a:ext cx="5181600" cy="10153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259792"/>
            <a:ext cx="5181600" cy="101531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83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51962"/>
            <a:ext cx="10515600" cy="30929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922714"/>
            <a:ext cx="5157787" cy="19224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845175"/>
            <a:ext cx="5157787" cy="8597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922714"/>
            <a:ext cx="5183188" cy="192246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845175"/>
            <a:ext cx="5183188" cy="8597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13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8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9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6800"/>
            <a:ext cx="3932237" cy="3733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303995"/>
            <a:ext cx="6172200" cy="1137179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00600"/>
            <a:ext cx="3932237" cy="88937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23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66800"/>
            <a:ext cx="3932237" cy="3733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303995"/>
            <a:ext cx="6172200" cy="1137179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00600"/>
            <a:ext cx="3932237" cy="8893705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34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94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51958"/>
            <a:ext cx="2628900" cy="1356095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51958"/>
            <a:ext cx="7734300" cy="1356095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65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51962"/>
            <a:ext cx="10515600" cy="309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259792"/>
            <a:ext cx="10515600" cy="10153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4831487"/>
            <a:ext cx="27432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65CD7A-DB9E-E745-8EE8-D0AEE8EA9938}" type="datetimeFigureOut">
              <a:rPr lang="en-US" smtClean="0"/>
              <a:t>10/29/25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4831487"/>
            <a:ext cx="41148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4831487"/>
            <a:ext cx="2743200" cy="8519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412D43-29C0-9147-A16E-BEC63176D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519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889DB7A4-1EB4-CD9D-47D3-BE73D69CFBC6}"/>
              </a:ext>
            </a:extLst>
          </p:cNvPr>
          <p:cNvSpPr/>
          <p:nvPr/>
        </p:nvSpPr>
        <p:spPr>
          <a:xfrm>
            <a:off x="-1544603" y="614657"/>
            <a:ext cx="15254065" cy="70185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3AD861B-9B9A-C012-0266-12D4EA422385}"/>
              </a:ext>
            </a:extLst>
          </p:cNvPr>
          <p:cNvSpPr txBox="1"/>
          <p:nvPr/>
        </p:nvSpPr>
        <p:spPr>
          <a:xfrm>
            <a:off x="10238051" y="6482283"/>
            <a:ext cx="16755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(CE3) </a:t>
            </a:r>
            <a:br>
              <a:rPr lang="en-US" dirty="0"/>
            </a:br>
            <a:r>
              <a:rPr lang="en-US" dirty="0"/>
              <a:t>single-core CE </a:t>
            </a:r>
            <a:br>
              <a:rPr lang="en-US" dirty="0"/>
            </a:br>
            <a:r>
              <a:rPr lang="en-US" dirty="0"/>
              <a:t>before SN1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FF8AC77F-50CF-4E51-14F4-5785786BF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6155" y="1705071"/>
            <a:ext cx="533400" cy="3302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227806D-B0D6-4EDE-F2EC-D823A16B245B}"/>
              </a:ext>
            </a:extLst>
          </p:cNvPr>
          <p:cNvCxnSpPr>
            <a:cxnSpLocks/>
          </p:cNvCxnSpPr>
          <p:nvPr/>
        </p:nvCxnSpPr>
        <p:spPr>
          <a:xfrm>
            <a:off x="2426429" y="850532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81AA600-B588-9411-B633-33379041B25D}"/>
              </a:ext>
            </a:extLst>
          </p:cNvPr>
          <p:cNvSpPr txBox="1"/>
          <p:nvPr/>
        </p:nvSpPr>
        <p:spPr>
          <a:xfrm>
            <a:off x="1204422" y="1978603"/>
            <a:ext cx="2553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 err="1"/>
              <a:t>noCE</a:t>
            </a:r>
            <a:r>
              <a:rPr lang="en-US" dirty="0"/>
              <a:t>)  no CE  channels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830803-0097-3FCF-6EB9-15EC2434998D}"/>
              </a:ext>
            </a:extLst>
          </p:cNvPr>
          <p:cNvSpPr txBox="1"/>
          <p:nvPr/>
        </p:nvSpPr>
        <p:spPr>
          <a:xfrm>
            <a:off x="7209195" y="1978843"/>
            <a:ext cx="195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(CE)  CE channels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1F36F-4AE9-C95C-D439-1166B8540D4E}"/>
              </a:ext>
            </a:extLst>
          </p:cNvPr>
          <p:cNvSpPr txBox="1"/>
          <p:nvPr/>
        </p:nvSpPr>
        <p:spPr>
          <a:xfrm>
            <a:off x="4952505" y="1938962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(O)  other 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03B377E-E057-80A4-9CC3-F0F2F8706706}"/>
              </a:ext>
            </a:extLst>
          </p:cNvPr>
          <p:cNvCxnSpPr>
            <a:cxnSpLocks/>
          </p:cNvCxnSpPr>
          <p:nvPr/>
        </p:nvCxnSpPr>
        <p:spPr>
          <a:xfrm rot="10800000" flipV="1">
            <a:off x="-320174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0BAF3DC-544E-ECE7-94A1-8541B117B92F}"/>
              </a:ext>
            </a:extLst>
          </p:cNvPr>
          <p:cNvCxnSpPr>
            <a:cxnSpLocks/>
          </p:cNvCxnSpPr>
          <p:nvPr/>
        </p:nvCxnSpPr>
        <p:spPr>
          <a:xfrm>
            <a:off x="-4618599" y="778477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A1B4224-474F-B74E-14C6-32916B09D6B9}"/>
              </a:ext>
            </a:extLst>
          </p:cNvPr>
          <p:cNvCxnSpPr>
            <a:cxnSpLocks/>
          </p:cNvCxnSpPr>
          <p:nvPr/>
        </p:nvCxnSpPr>
        <p:spPr>
          <a:xfrm>
            <a:off x="2388624" y="850532"/>
            <a:ext cx="5826708" cy="40336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9392218-D067-D6D4-732C-0448CD68ABBB}"/>
              </a:ext>
            </a:extLst>
          </p:cNvPr>
          <p:cNvSpPr txBox="1"/>
          <p:nvPr/>
        </p:nvSpPr>
        <p:spPr>
          <a:xfrm>
            <a:off x="-1165176" y="4337640"/>
            <a:ext cx="1804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(noCE1) </a:t>
            </a:r>
            <a:br>
              <a:rPr lang="en-US" dirty="0"/>
            </a:br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56F4F2-742C-6408-DA83-D3466161BF7D}"/>
              </a:ext>
            </a:extLst>
          </p:cNvPr>
          <p:cNvSpPr txBox="1"/>
          <p:nvPr/>
        </p:nvSpPr>
        <p:spPr>
          <a:xfrm>
            <a:off x="4608218" y="4346108"/>
            <a:ext cx="1393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</a:t>
            </a:r>
            <a:r>
              <a:rPr lang="en-US" dirty="0" err="1"/>
              <a:t>noCEO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other  no 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99DD54-0459-D565-E9A8-C2252C874324}"/>
              </a:ext>
            </a:extLst>
          </p:cNvPr>
          <p:cNvSpPr txBox="1"/>
          <p:nvPr/>
        </p:nvSpPr>
        <p:spPr>
          <a:xfrm>
            <a:off x="581919" y="4320360"/>
            <a:ext cx="18840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(noCE2) </a:t>
            </a:r>
            <a:br>
              <a:rPr lang="en-US" dirty="0"/>
            </a:br>
            <a:r>
              <a:rPr lang="en-US" dirty="0"/>
              <a:t>SMT before SN1</a:t>
            </a:r>
          </a:p>
          <a:p>
            <a:pPr algn="ctr"/>
            <a:r>
              <a:rPr lang="en-US" dirty="0"/>
              <a:t>no SMT after SN1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6E5B3A-09FA-6590-43EB-AAEA6D92745C}"/>
              </a:ext>
            </a:extLst>
          </p:cNvPr>
          <p:cNvSpPr txBox="1"/>
          <p:nvPr/>
        </p:nvSpPr>
        <p:spPr>
          <a:xfrm>
            <a:off x="2561706" y="4318054"/>
            <a:ext cx="2180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(noCE3) </a:t>
            </a:r>
            <a:br>
              <a:rPr lang="en-US" dirty="0"/>
            </a:br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A19A90A6-FCB0-8EDD-8390-08C5E616D41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99812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5E4EEE7-E9DC-0AD3-1CC8-40FB95EB2C25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737625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B55EE8A7-679B-4B29-7835-C3D49910C2E1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355493" y="335683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F66186EA-D59A-BDEB-B760-A3D7A320FE5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519798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FF4BFBB-9BF7-B145-6C2A-00AC50767807}"/>
              </a:ext>
            </a:extLst>
          </p:cNvPr>
          <p:cNvSpPr txBox="1"/>
          <p:nvPr/>
        </p:nvSpPr>
        <p:spPr>
          <a:xfrm>
            <a:off x="2617790" y="6411917"/>
            <a:ext cx="18040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(CE1) </a:t>
            </a:r>
            <a:br>
              <a:rPr lang="en-US" dirty="0"/>
            </a:br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CE after SN1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1668FF-50CA-BC4B-C822-22D1F170566D}"/>
              </a:ext>
            </a:extLst>
          </p:cNvPr>
          <p:cNvSpPr txBox="1"/>
          <p:nvPr/>
        </p:nvSpPr>
        <p:spPr>
          <a:xfrm>
            <a:off x="8756601" y="6384165"/>
            <a:ext cx="8204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(CEO) </a:t>
            </a:r>
            <a:br>
              <a:rPr lang="en-US" dirty="0"/>
            </a:br>
            <a:r>
              <a:rPr lang="en-US" dirty="0"/>
              <a:t>other </a:t>
            </a:r>
            <a:br>
              <a:rPr lang="en-US" dirty="0"/>
            </a:br>
            <a:r>
              <a:rPr lang="en-US" dirty="0"/>
              <a:t>CE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5ECB1A-ACC7-D006-BF68-97F1A05512D2}"/>
              </a:ext>
            </a:extLst>
          </p:cNvPr>
          <p:cNvSpPr txBox="1"/>
          <p:nvPr/>
        </p:nvSpPr>
        <p:spPr>
          <a:xfrm>
            <a:off x="4653906" y="6398741"/>
            <a:ext cx="16466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(CE5) </a:t>
            </a:r>
            <a:br>
              <a:rPr lang="en-US" dirty="0"/>
            </a:br>
            <a:r>
              <a:rPr lang="en-US" dirty="0"/>
              <a:t>CE before SN1</a:t>
            </a:r>
          </a:p>
          <a:p>
            <a:pPr algn="ctr"/>
            <a:r>
              <a:rPr lang="en-US" dirty="0"/>
              <a:t>Single-core 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EE27FC3-6CFC-622A-EE7B-AD51C0B4CA11}"/>
              </a:ext>
            </a:extLst>
          </p:cNvPr>
          <p:cNvSpPr txBox="1"/>
          <p:nvPr/>
        </p:nvSpPr>
        <p:spPr>
          <a:xfrm>
            <a:off x="6269582" y="6391103"/>
            <a:ext cx="2180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(CE4) </a:t>
            </a:r>
          </a:p>
          <a:p>
            <a:pPr algn="ctr"/>
            <a:r>
              <a:rPr lang="en-US" dirty="0"/>
              <a:t>no SMT before SN1 </a:t>
            </a:r>
            <a:br>
              <a:rPr lang="en-US" dirty="0"/>
            </a:br>
            <a:r>
              <a:rPr lang="en-US" dirty="0"/>
              <a:t>CE after SN1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07EF9722-C792-C70E-55A0-B00C4D789D0E}"/>
              </a:ext>
            </a:extLst>
          </p:cNvPr>
          <p:cNvCxnSpPr>
            <a:cxnSpLocks/>
          </p:cNvCxnSpPr>
          <p:nvPr/>
        </p:nvCxnSpPr>
        <p:spPr>
          <a:xfrm rot="10800000" flipV="1">
            <a:off x="5439784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D2AF79DA-1DF8-5779-8CD5-44289525215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5306408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895685DC-A85A-3C27-7EBC-7D552F5837C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226394" y="565653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5E0D7D47-BC49-06DB-1FA4-7DCAA5A9384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06171" y="5660205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E0C5F5DB-FAD0-5C08-C1C0-B65120EABBA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177411" y="5660205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41F85C2-6C6B-5513-D121-47D53E86F5F5}"/>
              </a:ext>
            </a:extLst>
          </p:cNvPr>
          <p:cNvSpPr txBox="1"/>
          <p:nvPr/>
        </p:nvSpPr>
        <p:spPr>
          <a:xfrm>
            <a:off x="670002" y="6539265"/>
            <a:ext cx="1592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(CE7) </a:t>
            </a:r>
            <a:br>
              <a:rPr lang="en-US" dirty="0"/>
            </a:br>
            <a:r>
              <a:rPr lang="en-US" dirty="0"/>
              <a:t>convective CE</a:t>
            </a:r>
          </a:p>
        </p:txBody>
      </p: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196167BF-C3EC-CBFE-09C7-7BC6F5CE0C04}"/>
              </a:ext>
            </a:extLst>
          </p:cNvPr>
          <p:cNvCxnSpPr>
            <a:cxnSpLocks/>
          </p:cNvCxnSpPr>
          <p:nvPr/>
        </p:nvCxnSpPr>
        <p:spPr>
          <a:xfrm rot="10800000" flipV="1">
            <a:off x="-234192" y="5664822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79108F4-C59D-631D-FE0F-980F85493208}"/>
              </a:ext>
            </a:extLst>
          </p:cNvPr>
          <p:cNvSpPr txBox="1"/>
          <p:nvPr/>
        </p:nvSpPr>
        <p:spPr>
          <a:xfrm>
            <a:off x="-920468" y="6553464"/>
            <a:ext cx="1372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(CE6) </a:t>
            </a:r>
            <a:br>
              <a:rPr lang="en-US" dirty="0"/>
            </a:br>
            <a:r>
              <a:rPr lang="en-US" dirty="0"/>
              <a:t>radiative CE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B93FA4B-7096-EB86-F596-8517E05A0810}"/>
              </a:ext>
            </a:extLst>
          </p:cNvPr>
          <p:cNvCxnSpPr>
            <a:cxnSpLocks/>
          </p:cNvCxnSpPr>
          <p:nvPr/>
        </p:nvCxnSpPr>
        <p:spPr>
          <a:xfrm>
            <a:off x="8235210" y="2482615"/>
            <a:ext cx="0" cy="3182207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C9986CD-E02E-DED1-B7BB-6C96BEA51060}"/>
              </a:ext>
            </a:extLst>
          </p:cNvPr>
          <p:cNvSpPr txBox="1"/>
          <p:nvPr/>
        </p:nvSpPr>
        <p:spPr>
          <a:xfrm>
            <a:off x="11924942" y="6482283"/>
            <a:ext cx="17845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(CE2) </a:t>
            </a:r>
            <a:br>
              <a:rPr lang="en-US" dirty="0"/>
            </a:br>
            <a:r>
              <a:rPr lang="en-US" dirty="0"/>
              <a:t>double-core CE </a:t>
            </a:r>
            <a:br>
              <a:rPr lang="en-US" dirty="0"/>
            </a:br>
            <a:r>
              <a:rPr lang="en-US" dirty="0"/>
              <a:t>before SN1</a:t>
            </a:r>
          </a:p>
        </p:txBody>
      </p: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868DBBA0-752B-EC7E-ABFE-8935D20C68B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851723" y="5661555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548708AF-C414-3936-10BA-2E77E5063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8152" y="1725202"/>
            <a:ext cx="520700" cy="2667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9DDD6647-85FF-B5C7-D98D-6E7E97EDED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3703" y="1670912"/>
            <a:ext cx="482600" cy="2667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2B06CE2-1F24-BA97-7DA7-27F861ADC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2874" y="6310317"/>
            <a:ext cx="508000" cy="2032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57FD307-0F25-C91C-9232-F003878076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3457" y="6336160"/>
            <a:ext cx="478447" cy="242177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3CA1DE96-DDCC-68F3-5E0E-0AD8984692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438" y="6323772"/>
            <a:ext cx="482600" cy="2540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23A31444-0F1E-A849-D4A7-FDCF873B2BD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31454" y="6170617"/>
            <a:ext cx="457200" cy="2413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D79D3DFF-A68A-C02A-635F-8E2A5DF22B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524530" y="6355282"/>
            <a:ext cx="537031" cy="25400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8FF16939-EBF9-E50A-E7AF-F160D704DBF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3681" y="3971735"/>
            <a:ext cx="539033" cy="291369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9CACA26-C32B-76DC-D988-EB470677E86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0639" y="6197487"/>
            <a:ext cx="639584" cy="31603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A5A0166-C41C-4FD2-41BA-49B5E7B1AEF1}"/>
              </a:ext>
            </a:extLst>
          </p:cNvPr>
          <p:cNvCxnSpPr>
            <a:cxnSpLocks/>
          </p:cNvCxnSpPr>
          <p:nvPr/>
        </p:nvCxnSpPr>
        <p:spPr>
          <a:xfrm>
            <a:off x="2455246" y="2536143"/>
            <a:ext cx="0" cy="1086555"/>
          </a:xfrm>
          <a:prstGeom prst="straightConnector1">
            <a:avLst/>
          </a:prstGeom>
          <a:ln w="57150"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Frame 17">
            <a:extLst>
              <a:ext uri="{FF2B5EF4-FFF2-40B4-BE49-F238E27FC236}">
                <a16:creationId xmlns:a16="http://schemas.microsoft.com/office/drawing/2014/main" id="{7CA3C953-A8E8-2606-A756-1F53B18A1C53}"/>
              </a:ext>
            </a:extLst>
          </p:cNvPr>
          <p:cNvSpPr/>
          <p:nvPr/>
        </p:nvSpPr>
        <p:spPr>
          <a:xfrm>
            <a:off x="-639333" y="9226477"/>
            <a:ext cx="3839972" cy="2294334"/>
          </a:xfrm>
          <a:prstGeom prst="frame">
            <a:avLst>
              <a:gd name="adj1" fmla="val 0"/>
            </a:avLst>
          </a:prstGeom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DB0180-BF47-5F97-0657-9A83198A9C05}"/>
              </a:ext>
            </a:extLst>
          </p:cNvPr>
          <p:cNvSpPr txBox="1"/>
          <p:nvPr/>
        </p:nvSpPr>
        <p:spPr>
          <a:xfrm>
            <a:off x="-324111" y="5360061"/>
            <a:ext cx="17709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Dorozsmai</a:t>
            </a:r>
            <a:r>
              <a:rPr lang="en-US" sz="1400" dirty="0"/>
              <a:t> &amp; Toonen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CDF095-F06B-D5F2-4FA8-C5AE45C840B3}"/>
              </a:ext>
            </a:extLst>
          </p:cNvPr>
          <p:cNvSpPr txBox="1"/>
          <p:nvPr/>
        </p:nvSpPr>
        <p:spPr>
          <a:xfrm>
            <a:off x="-446704" y="1072241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B374B9-FE9B-9EF1-A8B2-3E34DE44074F}"/>
              </a:ext>
            </a:extLst>
          </p:cNvPr>
          <p:cNvSpPr txBox="1"/>
          <p:nvPr/>
        </p:nvSpPr>
        <p:spPr>
          <a:xfrm>
            <a:off x="-466430" y="2364735"/>
            <a:ext cx="8752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Level 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2F6987-7FC0-BCB1-29BB-D24F727D5235}"/>
              </a:ext>
            </a:extLst>
          </p:cNvPr>
          <p:cNvSpPr txBox="1"/>
          <p:nvPr/>
        </p:nvSpPr>
        <p:spPr>
          <a:xfrm>
            <a:off x="4861096" y="2222682"/>
            <a:ext cx="13612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(CE not specified)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992E80-346C-D4DB-22B5-E4178BFD315D}"/>
              </a:ext>
            </a:extLst>
          </p:cNvPr>
          <p:cNvCxnSpPr>
            <a:cxnSpLocks/>
          </p:cNvCxnSpPr>
          <p:nvPr/>
        </p:nvCxnSpPr>
        <p:spPr>
          <a:xfrm>
            <a:off x="8172855" y="877174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81646C-90F1-3175-F7C4-18CA1BB6577B}"/>
              </a:ext>
            </a:extLst>
          </p:cNvPr>
          <p:cNvCxnSpPr>
            <a:cxnSpLocks/>
          </p:cNvCxnSpPr>
          <p:nvPr/>
        </p:nvCxnSpPr>
        <p:spPr>
          <a:xfrm>
            <a:off x="5477240" y="858558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C80382B-91F6-1DF5-A45D-757B27C08C55}"/>
              </a:ext>
            </a:extLst>
          </p:cNvPr>
          <p:cNvSpPr txBox="1"/>
          <p:nvPr/>
        </p:nvSpPr>
        <p:spPr>
          <a:xfrm>
            <a:off x="-383177" y="9365496"/>
            <a:ext cx="3378695" cy="215531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DC7EAFA-5053-E9F9-01B2-4C1AEE10AD97}"/>
              </a:ext>
            </a:extLst>
          </p:cNvPr>
          <p:cNvSpPr txBox="1"/>
          <p:nvPr/>
        </p:nvSpPr>
        <p:spPr>
          <a:xfrm>
            <a:off x="5515003" y="1068150"/>
            <a:ext cx="9364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/>
              <a:t>Olejak</a:t>
            </a:r>
            <a:r>
              <a:rPr lang="en-US" sz="1000" dirty="0"/>
              <a:t> (2021)</a:t>
            </a:r>
          </a:p>
        </p:txBody>
      </p:sp>
    </p:spTree>
    <p:extLst>
      <p:ext uri="{BB962C8B-B14F-4D97-AF65-F5344CB8AC3E}">
        <p14:creationId xmlns:p14="http://schemas.microsoft.com/office/powerpoint/2010/main" val="54142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2F87A-EC33-2797-9E02-043B44358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C75E755-E381-95F5-3A1B-9D26EB7184A2}"/>
              </a:ext>
            </a:extLst>
          </p:cNvPr>
          <p:cNvCxnSpPr>
            <a:cxnSpLocks/>
          </p:cNvCxnSpPr>
          <p:nvPr/>
        </p:nvCxnSpPr>
        <p:spPr>
          <a:xfrm>
            <a:off x="2426429" y="850532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2A9746-729F-5CE8-460D-C4A4BB2142AB}"/>
              </a:ext>
            </a:extLst>
          </p:cNvPr>
          <p:cNvCxnSpPr>
            <a:cxnSpLocks/>
          </p:cNvCxnSpPr>
          <p:nvPr/>
        </p:nvCxnSpPr>
        <p:spPr>
          <a:xfrm>
            <a:off x="6113926" y="883103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549399C-747C-233E-F615-51AEB364859C}"/>
              </a:ext>
            </a:extLst>
          </p:cNvPr>
          <p:cNvCxnSpPr>
            <a:cxnSpLocks/>
          </p:cNvCxnSpPr>
          <p:nvPr/>
        </p:nvCxnSpPr>
        <p:spPr>
          <a:xfrm>
            <a:off x="9192378" y="881789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5993DCB-CF27-14E7-2BA2-F3F2316BB92D}"/>
              </a:ext>
            </a:extLst>
          </p:cNvPr>
          <p:cNvSpPr txBox="1"/>
          <p:nvPr/>
        </p:nvSpPr>
        <p:spPr>
          <a:xfrm>
            <a:off x="1287390" y="1839334"/>
            <a:ext cx="23212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only stable</a:t>
            </a:r>
            <a:br>
              <a:rPr lang="en-US" dirty="0"/>
            </a:br>
            <a:r>
              <a:rPr lang="en-US" dirty="0"/>
              <a:t>mass transfer (OSMT)</a:t>
            </a:r>
          </a:p>
          <a:p>
            <a:pPr algn="ctr"/>
            <a:r>
              <a:rPr lang="en-US" dirty="0"/>
              <a:t>channels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058EF0-D6D1-5485-8833-1629390B5A90}"/>
              </a:ext>
            </a:extLst>
          </p:cNvPr>
          <p:cNvSpPr txBox="1"/>
          <p:nvPr/>
        </p:nvSpPr>
        <p:spPr>
          <a:xfrm>
            <a:off x="5343198" y="1839334"/>
            <a:ext cx="15630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common </a:t>
            </a:r>
          </a:p>
          <a:p>
            <a:pPr algn="ctr"/>
            <a:r>
              <a:rPr lang="en-US" dirty="0"/>
              <a:t>envelope (CE)</a:t>
            </a:r>
          </a:p>
          <a:p>
            <a:pPr algn="ctr"/>
            <a:r>
              <a:rPr lang="en-US" dirty="0"/>
              <a:t>channels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759638-417F-517D-6C9E-8FDD1FBE6AC4}"/>
              </a:ext>
            </a:extLst>
          </p:cNvPr>
          <p:cNvSpPr txBox="1"/>
          <p:nvPr/>
        </p:nvSpPr>
        <p:spPr>
          <a:xfrm>
            <a:off x="8621549" y="1839334"/>
            <a:ext cx="1141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</a:t>
            </a:r>
          </a:p>
          <a:p>
            <a:pPr algn="ctr"/>
            <a:r>
              <a:rPr lang="en-US" dirty="0"/>
              <a:t>channels</a:t>
            </a:r>
          </a:p>
          <a:p>
            <a:pPr algn="ctr"/>
            <a:endParaRPr lang="en-US" dirty="0"/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4C866825-521A-C3BC-01C7-8D20D6A62252}"/>
              </a:ext>
            </a:extLst>
          </p:cNvPr>
          <p:cNvCxnSpPr>
            <a:cxnSpLocks/>
          </p:cNvCxnSpPr>
          <p:nvPr/>
        </p:nvCxnSpPr>
        <p:spPr>
          <a:xfrm rot="10800000" flipV="1">
            <a:off x="-320174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B4FE2BA-931D-029D-7C5E-91F559F6E0EA}"/>
              </a:ext>
            </a:extLst>
          </p:cNvPr>
          <p:cNvCxnSpPr>
            <a:cxnSpLocks/>
          </p:cNvCxnSpPr>
          <p:nvPr/>
        </p:nvCxnSpPr>
        <p:spPr>
          <a:xfrm>
            <a:off x="6202660" y="2933700"/>
            <a:ext cx="0" cy="206205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529B2A2-DE37-A928-BE1D-62B2126AA80E}"/>
              </a:ext>
            </a:extLst>
          </p:cNvPr>
          <p:cNvCxnSpPr>
            <a:cxnSpLocks/>
          </p:cNvCxnSpPr>
          <p:nvPr/>
        </p:nvCxnSpPr>
        <p:spPr>
          <a:xfrm>
            <a:off x="2408502" y="850532"/>
            <a:ext cx="6783876" cy="1694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F75E06-5A05-1184-9318-860DC031BEBE}"/>
              </a:ext>
            </a:extLst>
          </p:cNvPr>
          <p:cNvSpPr txBox="1"/>
          <p:nvPr/>
        </p:nvSpPr>
        <p:spPr>
          <a:xfrm>
            <a:off x="-1222184" y="4377173"/>
            <a:ext cx="1804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D807D2-C3CB-B1F8-A475-74513AD7F937}"/>
              </a:ext>
            </a:extLst>
          </p:cNvPr>
          <p:cNvSpPr txBox="1"/>
          <p:nvPr/>
        </p:nvSpPr>
        <p:spPr>
          <a:xfrm>
            <a:off x="4947566" y="4349421"/>
            <a:ext cx="758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dirty="0"/>
              <a:t>SMT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DC8137F-8124-23C5-A737-11D2CD40A77E}"/>
              </a:ext>
            </a:extLst>
          </p:cNvPr>
          <p:cNvSpPr txBox="1"/>
          <p:nvPr/>
        </p:nvSpPr>
        <p:spPr>
          <a:xfrm>
            <a:off x="597332" y="4363297"/>
            <a:ext cx="18840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SMT before SN1</a:t>
            </a:r>
          </a:p>
          <a:p>
            <a:pPr algn="ctr"/>
            <a:r>
              <a:rPr lang="en-US" dirty="0"/>
              <a:t>no SMT after SN1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946E52-F7A7-2823-3F45-D83DCF2A9DCC}"/>
              </a:ext>
            </a:extLst>
          </p:cNvPr>
          <p:cNvSpPr txBox="1"/>
          <p:nvPr/>
        </p:nvSpPr>
        <p:spPr>
          <a:xfrm>
            <a:off x="2429610" y="4356359"/>
            <a:ext cx="2180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3D6C02ED-006B-B263-F0D4-44F181210203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99812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D25857B9-91DF-95E3-8675-9ED19AB270C9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466436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39EB3798-722A-7607-52C2-BDE57CD58F84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3386422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55F72495-C068-1B10-E2CA-C871122361BE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87390" y="5624037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35F4D2BE-AA3A-51C2-6796-09B97AB235EA}"/>
              </a:ext>
            </a:extLst>
          </p:cNvPr>
          <p:cNvSpPr txBox="1"/>
          <p:nvPr/>
        </p:nvSpPr>
        <p:spPr>
          <a:xfrm>
            <a:off x="697801" y="8441133"/>
            <a:ext cx="1804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CE after SN1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64EE17-0D5D-8B11-F29C-390D765A046B}"/>
              </a:ext>
            </a:extLst>
          </p:cNvPr>
          <p:cNvSpPr txBox="1"/>
          <p:nvPr/>
        </p:nvSpPr>
        <p:spPr>
          <a:xfrm>
            <a:off x="8787538" y="6271431"/>
            <a:ext cx="758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dirty="0"/>
              <a:t>SMT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DDFFA6-B7C1-7AA8-10DB-9B0B8C00795B}"/>
              </a:ext>
            </a:extLst>
          </p:cNvPr>
          <p:cNvSpPr txBox="1"/>
          <p:nvPr/>
        </p:nvSpPr>
        <p:spPr>
          <a:xfrm>
            <a:off x="3153076" y="8462076"/>
            <a:ext cx="1646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CE before SN1</a:t>
            </a:r>
          </a:p>
          <a:p>
            <a:pPr algn="ctr"/>
            <a:r>
              <a:rPr lang="en-US" dirty="0"/>
              <a:t>Single-core CE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BF4E1B-6B31-A9E0-60A5-E7DBFA9B95E2}"/>
              </a:ext>
            </a:extLst>
          </p:cNvPr>
          <p:cNvSpPr txBox="1"/>
          <p:nvPr/>
        </p:nvSpPr>
        <p:spPr>
          <a:xfrm>
            <a:off x="6607162" y="9458251"/>
            <a:ext cx="2180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 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7729D37B-0A1D-949D-8547-EDB11F3CEB9F}"/>
              </a:ext>
            </a:extLst>
          </p:cNvPr>
          <p:cNvCxnSpPr>
            <a:cxnSpLocks/>
          </p:cNvCxnSpPr>
          <p:nvPr/>
        </p:nvCxnSpPr>
        <p:spPr>
          <a:xfrm rot="10800000" flipV="1">
            <a:off x="371429" y="6961078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3D395342-4F35-D702-D576-AC38E2C08CCF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813003" y="7757627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ACDCE4A3-5473-02F9-4335-3B881A4D99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76574" y="373587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D64746A-9BC8-8BC8-51B7-51DBAA136EF4}"/>
              </a:ext>
            </a:extLst>
          </p:cNvPr>
          <p:cNvSpPr txBox="1"/>
          <p:nvPr/>
        </p:nvSpPr>
        <p:spPr>
          <a:xfrm>
            <a:off x="7174564" y="4378523"/>
            <a:ext cx="1804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SMT before SN1 </a:t>
            </a:r>
            <a:br>
              <a:rPr lang="en-US" dirty="0"/>
            </a:br>
            <a:r>
              <a:rPr lang="en-US" dirty="0"/>
              <a:t>SMT after SN1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3B0A80-2BA9-1C16-004A-BA579F6C0A9B}"/>
              </a:ext>
            </a:extLst>
          </p:cNvPr>
          <p:cNvSpPr txBox="1"/>
          <p:nvPr/>
        </p:nvSpPr>
        <p:spPr>
          <a:xfrm>
            <a:off x="10334140" y="4349421"/>
            <a:ext cx="7585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other </a:t>
            </a:r>
            <a:br>
              <a:rPr lang="en-US" dirty="0"/>
            </a:br>
            <a:r>
              <a:rPr lang="en-US" dirty="0"/>
              <a:t>SMT</a:t>
            </a:r>
          </a:p>
        </p:txBody>
      </p: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8614D92D-0113-CDB5-3B82-550002A52A92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8772996" y="3734524"/>
            <a:ext cx="1919986" cy="486745"/>
          </a:xfrm>
          <a:prstGeom prst="bentConnector3">
            <a:avLst>
              <a:gd name="adj1" fmla="val 100235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0D32F27-106B-6BF6-B0AD-8A6D93A3B5F5}"/>
              </a:ext>
            </a:extLst>
          </p:cNvPr>
          <p:cNvCxnSpPr>
            <a:cxnSpLocks/>
          </p:cNvCxnSpPr>
          <p:nvPr/>
        </p:nvCxnSpPr>
        <p:spPr>
          <a:xfrm>
            <a:off x="6202660" y="5589318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FA0A62D-5616-3E2B-0D54-E331392F31BF}"/>
              </a:ext>
            </a:extLst>
          </p:cNvPr>
          <p:cNvCxnSpPr>
            <a:cxnSpLocks/>
          </p:cNvCxnSpPr>
          <p:nvPr/>
        </p:nvCxnSpPr>
        <p:spPr>
          <a:xfrm>
            <a:off x="1988847" y="7602651"/>
            <a:ext cx="0" cy="79669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1E7EF6B6-54E1-E6CE-26E2-1DBB6C89191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6158630" y="5624037"/>
            <a:ext cx="4915270" cy="654332"/>
          </a:xfrm>
          <a:prstGeom prst="bentConnector3">
            <a:avLst>
              <a:gd name="adj1" fmla="val 99948"/>
            </a:avLst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0D7AAD8-0F90-C5B2-EF5A-AD7200658338}"/>
              </a:ext>
            </a:extLst>
          </p:cNvPr>
          <p:cNvSpPr txBox="1"/>
          <p:nvPr/>
        </p:nvSpPr>
        <p:spPr>
          <a:xfrm>
            <a:off x="805990" y="6335838"/>
            <a:ext cx="1050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rad/conv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16B61B-FDED-F408-009C-8DA6E38BE540}"/>
              </a:ext>
            </a:extLst>
          </p:cNvPr>
          <p:cNvSpPr txBox="1"/>
          <p:nvPr/>
        </p:nvSpPr>
        <p:spPr>
          <a:xfrm>
            <a:off x="5404258" y="6413301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MT sequence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82D42F-5114-D0B8-B744-40865BF7DFDB}"/>
              </a:ext>
            </a:extLst>
          </p:cNvPr>
          <p:cNvSpPr txBox="1"/>
          <p:nvPr/>
        </p:nvSpPr>
        <p:spPr>
          <a:xfrm>
            <a:off x="9996560" y="6260288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MT sequence</a:t>
            </a:r>
          </a:p>
        </p:txBody>
      </p:sp>
    </p:spTree>
    <p:extLst>
      <p:ext uri="{BB962C8B-B14F-4D97-AF65-F5344CB8AC3E}">
        <p14:creationId xmlns:p14="http://schemas.microsoft.com/office/powerpoint/2010/main" val="35958461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10970</TotalTime>
  <Words>226</Words>
  <Application>Microsoft Macintosh PowerPoint</Application>
  <PresentationFormat>Custom</PresentationFormat>
  <Paragraphs>47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Broekgaarden, Floor</dc:creator>
  <cp:lastModifiedBy>Broekgaarden, Floor</cp:lastModifiedBy>
  <cp:revision>3</cp:revision>
  <dcterms:created xsi:type="dcterms:W3CDTF">2025-09-04T14:43:12Z</dcterms:created>
  <dcterms:modified xsi:type="dcterms:W3CDTF">2025-10-29T18:53:56Z</dcterms:modified>
</cp:coreProperties>
</file>