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2"/>
    <p:sldId id="258" r:id="rId3"/>
    <p:sldId id="260" r:id="rId4"/>
    <p:sldId id="259" r:id="rId5"/>
    <p:sldId id="257" r:id="rId6"/>
  </p:sldIdLst>
  <p:sldSz cx="12192000" cy="1600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24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65"/>
    <p:restoredTop sz="94530"/>
  </p:normalViewPr>
  <p:slideViewPr>
    <p:cSldViewPr snapToGrid="0" showGuides="1">
      <p:cViewPr>
        <p:scale>
          <a:sx n="77" d="100"/>
          <a:sy n="77" d="100"/>
        </p:scale>
        <p:origin x="1928" y="144"/>
      </p:cViewPr>
      <p:guideLst>
        <p:guide orient="horz" pos="1824"/>
        <p:guide pos="3840"/>
      </p:guideLst>
    </p:cSldViewPr>
  </p:slideViewPr>
  <p:notesTextViewPr>
    <p:cViewPr>
      <p:scale>
        <a:sx n="114" d="100"/>
        <a:sy n="114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C1B45-61CC-B64D-BCEF-949BE053BD15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52663" y="1143000"/>
            <a:ext cx="2352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E09CBB-8124-6641-AE7E-A65E79A62D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154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58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9D5E8-176B-0337-31EF-58002E887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6E2E8A-825E-742E-E479-9C0E2EF0BF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5C4285-B4FA-D702-1E48-E50D449C0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991CB-0025-77EF-80CD-98A3A81F5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4400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5F275-5DE5-6763-4DC2-024C0F1B8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F92FEC-E79E-6DB4-1C1A-16EBB74A22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D818CF-61CF-AF96-D48B-713B508E1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07F45-AE72-3039-725E-F0D0A615D1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565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5E86-2817-4BD7-4318-9C7B26A96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CE7F1-8C71-B343-A49F-892F28494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AB9267-4517-5CCC-A889-0B8D01639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73960-B45E-B3FF-B6ED-43380DDFE5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5313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F29A-B243-FE95-B983-86D3AE4B9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D82E3-FF27-3442-1ACB-D41745637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BB4749-98E6-AAF7-DA77-A0CFF1B32E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D40635-F351-9EBF-1F55-B503D91F5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19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18847"/>
            <a:ext cx="10363200" cy="55710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8404755"/>
            <a:ext cx="9144000" cy="3863445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10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832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989392"/>
            <a:ext cx="10515600" cy="6656386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0708751"/>
            <a:ext cx="10515600" cy="350043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216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259792"/>
            <a:ext cx="5181600" cy="10153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259792"/>
            <a:ext cx="5181600" cy="10153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830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51962"/>
            <a:ext cx="10515600" cy="30929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3922714"/>
            <a:ext cx="5157787" cy="19224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5845175"/>
            <a:ext cx="5157787" cy="8597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3922714"/>
            <a:ext cx="5183188" cy="19224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5845175"/>
            <a:ext cx="5183188" cy="8597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13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680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98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66800"/>
            <a:ext cx="3932237" cy="37338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303995"/>
            <a:ext cx="6172200" cy="11371792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00600"/>
            <a:ext cx="3932237" cy="889370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230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66800"/>
            <a:ext cx="3932237" cy="37338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303995"/>
            <a:ext cx="6172200" cy="11371792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00600"/>
            <a:ext cx="3932237" cy="889370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834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9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851958"/>
            <a:ext cx="2628900" cy="1356095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851958"/>
            <a:ext cx="7734300" cy="1356095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065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851962"/>
            <a:ext cx="10515600" cy="30929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259792"/>
            <a:ext cx="10515600" cy="10153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4831487"/>
            <a:ext cx="27432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5CD7A-DB9E-E745-8EE8-D0AEE8EA993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4831487"/>
            <a:ext cx="41148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4831487"/>
            <a:ext cx="27432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519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image" Target="../media/image2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4.png"/><Relationship Id="rId20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19" Type="http://schemas.openxmlformats.org/officeDocument/2006/relationships/image" Target="../media/image27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image" Target="../media/image2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4.png"/><Relationship Id="rId20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19" Type="http://schemas.openxmlformats.org/officeDocument/2006/relationships/image" Target="../media/image27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11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889DB7A4-1EB4-CD9D-47D3-BE73D69CFBC6}"/>
              </a:ext>
            </a:extLst>
          </p:cNvPr>
          <p:cNvSpPr/>
          <p:nvPr/>
        </p:nvSpPr>
        <p:spPr>
          <a:xfrm>
            <a:off x="-1544603" y="614657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3AD861B-9B9A-C012-0266-12D4EA422385}"/>
              </a:ext>
            </a:extLst>
          </p:cNvPr>
          <p:cNvSpPr txBox="1"/>
          <p:nvPr/>
        </p:nvSpPr>
        <p:spPr>
          <a:xfrm>
            <a:off x="10238051" y="6482283"/>
            <a:ext cx="16755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(CE3) </a:t>
            </a:r>
            <a:br>
              <a:rPr lang="en-US" dirty="0"/>
            </a:br>
            <a:r>
              <a:rPr lang="en-US" dirty="0"/>
              <a:t>single-core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FF8AC77F-50CF-4E51-14F4-5785786BF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6155" y="1705071"/>
            <a:ext cx="533400" cy="3302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227806D-B0D6-4EDE-F2EC-D823A16B245B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1AA600-B588-9411-B633-33379041B25D}"/>
              </a:ext>
            </a:extLst>
          </p:cNvPr>
          <p:cNvSpPr txBox="1"/>
          <p:nvPr/>
        </p:nvSpPr>
        <p:spPr>
          <a:xfrm>
            <a:off x="1204422" y="1978603"/>
            <a:ext cx="2553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</a:t>
            </a:r>
            <a:r>
              <a:rPr lang="en-US" dirty="0"/>
              <a:t>)  no CE 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830803-0097-3FCF-6EB9-15EC2434998D}"/>
              </a:ext>
            </a:extLst>
          </p:cNvPr>
          <p:cNvSpPr txBox="1"/>
          <p:nvPr/>
        </p:nvSpPr>
        <p:spPr>
          <a:xfrm>
            <a:off x="7209195" y="1978843"/>
            <a:ext cx="1954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(CE)  CE 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E1F36F-4AE9-C95C-D439-1166B8540D4E}"/>
              </a:ext>
            </a:extLst>
          </p:cNvPr>
          <p:cNvSpPr txBox="1"/>
          <p:nvPr/>
        </p:nvSpPr>
        <p:spPr>
          <a:xfrm>
            <a:off x="4952505" y="1938962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(O)  other 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403B377E-E057-80A4-9CC3-F0F2F8706706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0BAF3DC-544E-ECE7-94A1-8541B117B92F}"/>
              </a:ext>
            </a:extLst>
          </p:cNvPr>
          <p:cNvCxnSpPr>
            <a:cxnSpLocks/>
          </p:cNvCxnSpPr>
          <p:nvPr/>
        </p:nvCxnSpPr>
        <p:spPr>
          <a:xfrm>
            <a:off x="-4618599" y="77847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A1B4224-474F-B74E-14C6-32916B09D6B9}"/>
              </a:ext>
            </a:extLst>
          </p:cNvPr>
          <p:cNvCxnSpPr>
            <a:cxnSpLocks/>
          </p:cNvCxnSpPr>
          <p:nvPr/>
        </p:nvCxnSpPr>
        <p:spPr>
          <a:xfrm>
            <a:off x="2388624" y="850532"/>
            <a:ext cx="5826708" cy="40336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9392218-D067-D6D4-732C-0448CD68ABBB}"/>
              </a:ext>
            </a:extLst>
          </p:cNvPr>
          <p:cNvSpPr txBox="1"/>
          <p:nvPr/>
        </p:nvSpPr>
        <p:spPr>
          <a:xfrm>
            <a:off x="-1165176" y="4337640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(noCE1)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56F4F2-742C-6408-DA83-D3466161BF7D}"/>
              </a:ext>
            </a:extLst>
          </p:cNvPr>
          <p:cNvSpPr txBox="1"/>
          <p:nvPr/>
        </p:nvSpPr>
        <p:spPr>
          <a:xfrm>
            <a:off x="4608218" y="4346108"/>
            <a:ext cx="1393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noCEO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other  no 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99DD54-0459-D565-E9A8-C2252C874324}"/>
              </a:ext>
            </a:extLst>
          </p:cNvPr>
          <p:cNvSpPr txBox="1"/>
          <p:nvPr/>
        </p:nvSpPr>
        <p:spPr>
          <a:xfrm>
            <a:off x="581919" y="4320360"/>
            <a:ext cx="18840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(noCE2) </a:t>
            </a:r>
            <a:br>
              <a:rPr lang="en-US" dirty="0"/>
            </a:br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6E5B3A-09FA-6590-43EB-AAEA6D92745C}"/>
              </a:ext>
            </a:extLst>
          </p:cNvPr>
          <p:cNvSpPr txBox="1"/>
          <p:nvPr/>
        </p:nvSpPr>
        <p:spPr>
          <a:xfrm>
            <a:off x="2561706" y="4318054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(noCE3)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A19A90A6-FCB0-8EDD-8390-08C5E616D41E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D5E4EEE7-E9DC-0AD3-1CC8-40FB95EB2C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737625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B55EE8A7-679B-4B29-7835-C3D49910C2E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55493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F66186EA-D59A-BDEB-B760-A3D7A320FE5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979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FF4BFBB-9BF7-B145-6C2A-00AC50767807}"/>
              </a:ext>
            </a:extLst>
          </p:cNvPr>
          <p:cNvSpPr txBox="1"/>
          <p:nvPr/>
        </p:nvSpPr>
        <p:spPr>
          <a:xfrm>
            <a:off x="2617790" y="6411917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1668FF-50CA-BC4B-C822-22D1F170566D}"/>
              </a:ext>
            </a:extLst>
          </p:cNvPr>
          <p:cNvSpPr txBox="1"/>
          <p:nvPr/>
        </p:nvSpPr>
        <p:spPr>
          <a:xfrm>
            <a:off x="8756601" y="6384165"/>
            <a:ext cx="8204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(CEO) </a:t>
            </a:r>
            <a:br>
              <a:rPr lang="en-US" dirty="0"/>
            </a:br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95ECB1A-ACC7-D006-BF68-97F1A05512D2}"/>
              </a:ext>
            </a:extLst>
          </p:cNvPr>
          <p:cNvSpPr txBox="1"/>
          <p:nvPr/>
        </p:nvSpPr>
        <p:spPr>
          <a:xfrm>
            <a:off x="4653906" y="6398741"/>
            <a:ext cx="16466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(CE5) </a:t>
            </a:r>
            <a:br>
              <a:rPr lang="en-US" dirty="0"/>
            </a:br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E27FC3-6CFC-622A-EE7B-AD51C0B4CA11}"/>
              </a:ext>
            </a:extLst>
          </p:cNvPr>
          <p:cNvSpPr txBox="1"/>
          <p:nvPr/>
        </p:nvSpPr>
        <p:spPr>
          <a:xfrm>
            <a:off x="6269582" y="6391103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(CE4) </a:t>
            </a:r>
          </a:p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07EF9722-C792-C70E-55A0-B00C4D789D0E}"/>
              </a:ext>
            </a:extLst>
          </p:cNvPr>
          <p:cNvCxnSpPr>
            <a:cxnSpLocks/>
          </p:cNvCxnSpPr>
          <p:nvPr/>
        </p:nvCxnSpPr>
        <p:spPr>
          <a:xfrm rot="10800000" flipV="1">
            <a:off x="543978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D2AF79DA-1DF8-5779-8CD5-44289525215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0640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895685DC-A85A-3C27-7EBC-7D552F5837C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22639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5E0D7D47-BC49-06DB-1FA4-7DCAA5A9384D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617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E0C5F5DB-FAD0-5C08-C1C0-B65120EABBA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7741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41F85C2-6C6B-5513-D121-47D53E86F5F5}"/>
              </a:ext>
            </a:extLst>
          </p:cNvPr>
          <p:cNvSpPr txBox="1"/>
          <p:nvPr/>
        </p:nvSpPr>
        <p:spPr>
          <a:xfrm>
            <a:off x="670002" y="6539265"/>
            <a:ext cx="1592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(CE7) </a:t>
            </a:r>
            <a:br>
              <a:rPr lang="en-US" dirty="0"/>
            </a:br>
            <a:r>
              <a:rPr lang="en-US" dirty="0"/>
              <a:t>convective CE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196167BF-C3EC-CBFE-09C7-7BC6F5CE0C04}"/>
              </a:ext>
            </a:extLst>
          </p:cNvPr>
          <p:cNvCxnSpPr>
            <a:cxnSpLocks/>
          </p:cNvCxnSpPr>
          <p:nvPr/>
        </p:nvCxnSpPr>
        <p:spPr>
          <a:xfrm rot="10800000" flipV="1">
            <a:off x="-234192" y="5664822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779108F4-C59D-631D-FE0F-980F85493208}"/>
              </a:ext>
            </a:extLst>
          </p:cNvPr>
          <p:cNvSpPr txBox="1"/>
          <p:nvPr/>
        </p:nvSpPr>
        <p:spPr>
          <a:xfrm>
            <a:off x="-920468" y="6553464"/>
            <a:ext cx="1372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(CE6) </a:t>
            </a:r>
            <a:br>
              <a:rPr lang="en-US" dirty="0"/>
            </a:br>
            <a:r>
              <a:rPr lang="en-US" dirty="0"/>
              <a:t>radiative CE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B93FA4B-7096-EB86-F596-8517E05A0810}"/>
              </a:ext>
            </a:extLst>
          </p:cNvPr>
          <p:cNvCxnSpPr>
            <a:cxnSpLocks/>
          </p:cNvCxnSpPr>
          <p:nvPr/>
        </p:nvCxnSpPr>
        <p:spPr>
          <a:xfrm>
            <a:off x="8235210" y="2482615"/>
            <a:ext cx="0" cy="3182207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C9986CD-E02E-DED1-B7BB-6C96BEA51060}"/>
              </a:ext>
            </a:extLst>
          </p:cNvPr>
          <p:cNvSpPr txBox="1"/>
          <p:nvPr/>
        </p:nvSpPr>
        <p:spPr>
          <a:xfrm>
            <a:off x="11924942" y="6482283"/>
            <a:ext cx="17845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(CE2) </a:t>
            </a:r>
            <a:br>
              <a:rPr lang="en-US" dirty="0"/>
            </a:br>
            <a:r>
              <a:rPr lang="en-US" dirty="0"/>
              <a:t>double-core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868DBBA0-752B-EC7E-ABFE-8935D20C68B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51723" y="566155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48708AF-C414-3936-10BA-2E77E5063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152" y="1725202"/>
            <a:ext cx="520700" cy="266700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9DDD6647-85FF-B5C7-D98D-6E7E97EDED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703" y="1670912"/>
            <a:ext cx="482600" cy="2667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2B06CE2-1F24-BA97-7DA7-27F861ADCB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2874" y="6310317"/>
            <a:ext cx="508000" cy="2032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57FD307-0F25-C91C-9232-F003878076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3457" y="6336160"/>
            <a:ext cx="478447" cy="242177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3CA1DE96-DDCC-68F3-5E0E-0AD8984692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5438" y="6323772"/>
            <a:ext cx="482600" cy="254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23A31444-0F1E-A849-D4A7-FDCF873B2B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1454" y="6170617"/>
            <a:ext cx="457200" cy="2413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D79D3DFF-A68A-C02A-635F-8E2A5DF22B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524530" y="6355282"/>
            <a:ext cx="537031" cy="254001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8FF16939-EBF9-E50A-E7AF-F160D704DB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73681" y="3971735"/>
            <a:ext cx="539033" cy="291369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69CACA26-C32B-76DC-D988-EB470677E86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00639" y="6197487"/>
            <a:ext cx="639584" cy="31603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A5A0166-C41C-4FD2-41BA-49B5E7B1AEF1}"/>
              </a:ext>
            </a:extLst>
          </p:cNvPr>
          <p:cNvCxnSpPr>
            <a:cxnSpLocks/>
          </p:cNvCxnSpPr>
          <p:nvPr/>
        </p:nvCxnSpPr>
        <p:spPr>
          <a:xfrm>
            <a:off x="2455246" y="2536143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Frame 17">
            <a:extLst>
              <a:ext uri="{FF2B5EF4-FFF2-40B4-BE49-F238E27FC236}">
                <a16:creationId xmlns:a16="http://schemas.microsoft.com/office/drawing/2014/main" id="{7CA3C953-A8E8-2606-A756-1F53B18A1C53}"/>
              </a:ext>
            </a:extLst>
          </p:cNvPr>
          <p:cNvSpPr/>
          <p:nvPr/>
        </p:nvSpPr>
        <p:spPr>
          <a:xfrm>
            <a:off x="-639333" y="9226477"/>
            <a:ext cx="3839972" cy="2294334"/>
          </a:xfrm>
          <a:prstGeom prst="frame">
            <a:avLst>
              <a:gd name="adj1" fmla="val 0"/>
            </a:avLst>
          </a:prstGeom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DB0180-BF47-5F97-0657-9A83198A9C05}"/>
              </a:ext>
            </a:extLst>
          </p:cNvPr>
          <p:cNvSpPr txBox="1"/>
          <p:nvPr/>
        </p:nvSpPr>
        <p:spPr>
          <a:xfrm>
            <a:off x="-324111" y="5360061"/>
            <a:ext cx="17709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Dorozsmai</a:t>
            </a:r>
            <a:r>
              <a:rPr lang="en-US" sz="1400" dirty="0"/>
              <a:t> &amp; Toonen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CDF095-F06B-D5F2-4FA8-C5AE45C840B3}"/>
              </a:ext>
            </a:extLst>
          </p:cNvPr>
          <p:cNvSpPr txBox="1"/>
          <p:nvPr/>
        </p:nvSpPr>
        <p:spPr>
          <a:xfrm>
            <a:off x="-446704" y="1072241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B374B9-FE9B-9EF1-A8B2-3E34DE44074F}"/>
              </a:ext>
            </a:extLst>
          </p:cNvPr>
          <p:cNvSpPr txBox="1"/>
          <p:nvPr/>
        </p:nvSpPr>
        <p:spPr>
          <a:xfrm>
            <a:off x="-466430" y="2364735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2F6987-7FC0-BCB1-29BB-D24F727D5235}"/>
              </a:ext>
            </a:extLst>
          </p:cNvPr>
          <p:cNvSpPr txBox="1"/>
          <p:nvPr/>
        </p:nvSpPr>
        <p:spPr>
          <a:xfrm>
            <a:off x="4861096" y="2222682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992E80-346C-D4DB-22B5-E4178BFD315D}"/>
              </a:ext>
            </a:extLst>
          </p:cNvPr>
          <p:cNvCxnSpPr>
            <a:cxnSpLocks/>
          </p:cNvCxnSpPr>
          <p:nvPr/>
        </p:nvCxnSpPr>
        <p:spPr>
          <a:xfrm>
            <a:off x="8172855" y="87717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481646C-90F1-3175-F7C4-18CA1BB6577B}"/>
              </a:ext>
            </a:extLst>
          </p:cNvPr>
          <p:cNvCxnSpPr>
            <a:cxnSpLocks/>
          </p:cNvCxnSpPr>
          <p:nvPr/>
        </p:nvCxnSpPr>
        <p:spPr>
          <a:xfrm>
            <a:off x="5477240" y="85855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80382B-91F6-1DF5-A45D-757B27C08C55}"/>
              </a:ext>
            </a:extLst>
          </p:cNvPr>
          <p:cNvSpPr txBox="1"/>
          <p:nvPr/>
        </p:nvSpPr>
        <p:spPr>
          <a:xfrm>
            <a:off x="-383177" y="9365496"/>
            <a:ext cx="3378695" cy="2155315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C7EAFA-5053-E9F9-01B2-4C1AEE10AD97}"/>
              </a:ext>
            </a:extLst>
          </p:cNvPr>
          <p:cNvSpPr txBox="1"/>
          <p:nvPr/>
        </p:nvSpPr>
        <p:spPr>
          <a:xfrm>
            <a:off x="5515003" y="1068150"/>
            <a:ext cx="93647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Olejak</a:t>
            </a:r>
            <a:r>
              <a:rPr lang="en-US" sz="1000" dirty="0"/>
              <a:t> (2021)</a:t>
            </a:r>
          </a:p>
        </p:txBody>
      </p:sp>
    </p:spTree>
    <p:extLst>
      <p:ext uri="{BB962C8B-B14F-4D97-AF65-F5344CB8AC3E}">
        <p14:creationId xmlns:p14="http://schemas.microsoft.com/office/powerpoint/2010/main" val="541427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E60C3-A096-BB44-0686-9F7B2894B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812B4A43-7D15-E639-B65E-7C1D99AE1853}"/>
              </a:ext>
            </a:extLst>
          </p:cNvPr>
          <p:cNvSpPr/>
          <p:nvPr/>
        </p:nvSpPr>
        <p:spPr>
          <a:xfrm>
            <a:off x="-1544603" y="614657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688E5E2-2D51-EE5B-8BB3-ED3F35DDD62E}"/>
              </a:ext>
            </a:extLst>
          </p:cNvPr>
          <p:cNvCxnSpPr>
            <a:cxnSpLocks/>
          </p:cNvCxnSpPr>
          <p:nvPr/>
        </p:nvCxnSpPr>
        <p:spPr>
          <a:xfrm>
            <a:off x="226153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35A445-3DDA-3538-D0BD-63A5ED117FF9}"/>
              </a:ext>
            </a:extLst>
          </p:cNvPr>
          <p:cNvCxnSpPr>
            <a:cxnSpLocks/>
          </p:cNvCxnSpPr>
          <p:nvPr/>
        </p:nvCxnSpPr>
        <p:spPr>
          <a:xfrm>
            <a:off x="2253934" y="843982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FB320828-E2E8-ED89-C272-B64059AD81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99172" y="1669832"/>
            <a:ext cx="1309525" cy="3729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65C5B76-747D-0EC3-9DFD-759BDE8C9FDB}"/>
              </a:ext>
            </a:extLst>
          </p:cNvPr>
          <p:cNvSpPr txBox="1"/>
          <p:nvPr/>
        </p:nvSpPr>
        <p:spPr>
          <a:xfrm>
            <a:off x="-424550" y="1090857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E54D36-586E-36BD-F059-FD4AB2F93188}"/>
              </a:ext>
            </a:extLst>
          </p:cNvPr>
          <p:cNvCxnSpPr>
            <a:cxnSpLocks/>
          </p:cNvCxnSpPr>
          <p:nvPr/>
        </p:nvCxnSpPr>
        <p:spPr>
          <a:xfrm>
            <a:off x="8412695" y="87717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FD3CAA5-6B8C-2A66-0440-B4397F52F918}"/>
              </a:ext>
            </a:extLst>
          </p:cNvPr>
          <p:cNvCxnSpPr>
            <a:cxnSpLocks/>
          </p:cNvCxnSpPr>
          <p:nvPr/>
        </p:nvCxnSpPr>
        <p:spPr>
          <a:xfrm>
            <a:off x="5477240" y="85855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0B8A9540-E230-1B08-9DAA-206CB512CE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8070" y="1669832"/>
            <a:ext cx="1309517" cy="3729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AF9CCD-2DB0-F0B1-E36C-0B8352F6B39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42947" y="1669832"/>
            <a:ext cx="1309517" cy="3729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35E290-FAB7-9B99-2A78-EA47721A659F}"/>
              </a:ext>
            </a:extLst>
          </p:cNvPr>
          <p:cNvSpPr txBox="1"/>
          <p:nvPr/>
        </p:nvSpPr>
        <p:spPr>
          <a:xfrm>
            <a:off x="868588" y="2017103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59AD95-CE2C-8E5B-6CAF-863602918440}"/>
              </a:ext>
            </a:extLst>
          </p:cNvPr>
          <p:cNvSpPr txBox="1"/>
          <p:nvPr/>
        </p:nvSpPr>
        <p:spPr>
          <a:xfrm>
            <a:off x="7144893" y="2011851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9889DB-0731-1D34-FDBD-2976959E04BE}"/>
              </a:ext>
            </a:extLst>
          </p:cNvPr>
          <p:cNvSpPr txBox="1"/>
          <p:nvPr/>
        </p:nvSpPr>
        <p:spPr>
          <a:xfrm>
            <a:off x="5114835" y="2014792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609822-DD7C-E580-15EF-30F2893CA449}"/>
              </a:ext>
            </a:extLst>
          </p:cNvPr>
          <p:cNvSpPr txBox="1"/>
          <p:nvPr/>
        </p:nvSpPr>
        <p:spPr>
          <a:xfrm>
            <a:off x="4861096" y="2261182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4C286D8-9387-A240-E066-A43B8DCB653F}"/>
              </a:ext>
            </a:extLst>
          </p:cNvPr>
          <p:cNvCxnSpPr>
            <a:cxnSpLocks/>
          </p:cNvCxnSpPr>
          <p:nvPr/>
        </p:nvCxnSpPr>
        <p:spPr>
          <a:xfrm>
            <a:off x="2290356" y="2536143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179DCBC-F762-F62E-C40B-0C0C8D9956D3}"/>
              </a:ext>
            </a:extLst>
          </p:cNvPr>
          <p:cNvSpPr txBox="1"/>
          <p:nvPr/>
        </p:nvSpPr>
        <p:spPr>
          <a:xfrm>
            <a:off x="552504" y="4870371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C6053FB-4E56-F5BC-4C94-0A6A6FA644DB}"/>
              </a:ext>
            </a:extLst>
          </p:cNvPr>
          <p:cNvSpPr txBox="1"/>
          <p:nvPr/>
        </p:nvSpPr>
        <p:spPr>
          <a:xfrm>
            <a:off x="2072589" y="4871962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A845EC-8AA4-EA6F-78AC-9744C824389E}"/>
              </a:ext>
            </a:extLst>
          </p:cNvPr>
          <p:cNvSpPr txBox="1"/>
          <p:nvPr/>
        </p:nvSpPr>
        <p:spPr>
          <a:xfrm>
            <a:off x="3676618" y="4906095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BC12B1-CD5C-82CF-2586-EF1CFB9FEFAA}"/>
              </a:ext>
            </a:extLst>
          </p:cNvPr>
          <p:cNvSpPr txBox="1"/>
          <p:nvPr/>
        </p:nvSpPr>
        <p:spPr>
          <a:xfrm>
            <a:off x="5280566" y="4889754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37FE8C-57A9-CDBA-2E65-41843410DD78}"/>
              </a:ext>
            </a:extLst>
          </p:cNvPr>
          <p:cNvSpPr txBox="1"/>
          <p:nvPr/>
        </p:nvSpPr>
        <p:spPr>
          <a:xfrm>
            <a:off x="-1376486" y="4865079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8E0618C-CB57-B5AB-3110-FD5B28FCC7AD}"/>
              </a:ext>
            </a:extLst>
          </p:cNvPr>
          <p:cNvSpPr txBox="1"/>
          <p:nvPr/>
        </p:nvSpPr>
        <p:spPr>
          <a:xfrm>
            <a:off x="6666755" y="4865603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7D7201D-5290-25CE-86DB-994345ED0B65}"/>
              </a:ext>
            </a:extLst>
          </p:cNvPr>
          <p:cNvCxnSpPr>
            <a:cxnSpLocks/>
          </p:cNvCxnSpPr>
          <p:nvPr/>
        </p:nvCxnSpPr>
        <p:spPr>
          <a:xfrm>
            <a:off x="-147890" y="3637878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4141003-636A-22D9-68B8-058BC3F1316E}"/>
              </a:ext>
            </a:extLst>
          </p:cNvPr>
          <p:cNvCxnSpPr>
            <a:cxnSpLocks/>
          </p:cNvCxnSpPr>
          <p:nvPr/>
        </p:nvCxnSpPr>
        <p:spPr>
          <a:xfrm flipV="1">
            <a:off x="-258036" y="5904181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996ECCA-AD28-FA4C-9A3B-CA7C3056B087}"/>
              </a:ext>
            </a:extLst>
          </p:cNvPr>
          <p:cNvCxnSpPr>
            <a:cxnSpLocks/>
          </p:cNvCxnSpPr>
          <p:nvPr/>
        </p:nvCxnSpPr>
        <p:spPr>
          <a:xfrm>
            <a:off x="8412693" y="2455137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2A4B775F-50F4-3790-E523-0F18E907393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893345" y="364022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6806A37F-E920-B9F9-17ED-5D53E466677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224369" y="364960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9BEB90F4-4321-4B8C-4B79-882532122BB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617119" y="364191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Elbow Connector 89">
            <a:extLst>
              <a:ext uri="{FF2B5EF4-FFF2-40B4-BE49-F238E27FC236}">
                <a16:creationId xmlns:a16="http://schemas.microsoft.com/office/drawing/2014/main" id="{363AAFAB-4365-1BB8-2B50-11778544510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65335" y="363708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1E9EE8A2-E78E-D857-CF1D-CFA04FAE96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74452" y="364068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9DCDCFA0-473C-05C0-41F4-5AA17411FF96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29289" y="364022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E27D9BF1-961B-E399-A017-54DDE87B87CA}"/>
              </a:ext>
            </a:extLst>
          </p:cNvPr>
          <p:cNvSpPr txBox="1"/>
          <p:nvPr/>
        </p:nvSpPr>
        <p:spPr>
          <a:xfrm>
            <a:off x="682470" y="7354071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A063049-A944-F798-4088-B350539891AC}"/>
              </a:ext>
            </a:extLst>
          </p:cNvPr>
          <p:cNvSpPr txBox="1"/>
          <p:nvPr/>
        </p:nvSpPr>
        <p:spPr>
          <a:xfrm>
            <a:off x="2253934" y="7354071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8C9A3F7-F534-68F6-9273-3FE6719C57A5}"/>
              </a:ext>
            </a:extLst>
          </p:cNvPr>
          <p:cNvSpPr txBox="1"/>
          <p:nvPr/>
        </p:nvSpPr>
        <p:spPr>
          <a:xfrm>
            <a:off x="3563818" y="738544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12BAA54-3EDB-53F0-B95E-30EFD081DF18}"/>
              </a:ext>
            </a:extLst>
          </p:cNvPr>
          <p:cNvSpPr txBox="1"/>
          <p:nvPr/>
        </p:nvSpPr>
        <p:spPr>
          <a:xfrm>
            <a:off x="5044994" y="7354055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C59021D-EC92-C90E-3A4F-F027F150AF2C}"/>
              </a:ext>
            </a:extLst>
          </p:cNvPr>
          <p:cNvSpPr txBox="1"/>
          <p:nvPr/>
        </p:nvSpPr>
        <p:spPr>
          <a:xfrm>
            <a:off x="-1486778" y="7329397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CD43D1C-3BD5-ACE7-A015-C26BE0E42EB4}"/>
              </a:ext>
            </a:extLst>
          </p:cNvPr>
          <p:cNvSpPr txBox="1"/>
          <p:nvPr/>
        </p:nvSpPr>
        <p:spPr>
          <a:xfrm>
            <a:off x="6076017" y="7329921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FFA24AB-797A-1946-D15E-4389C2CF9273}"/>
              </a:ext>
            </a:extLst>
          </p:cNvPr>
          <p:cNvCxnSpPr>
            <a:cxnSpLocks/>
          </p:cNvCxnSpPr>
          <p:nvPr/>
        </p:nvCxnSpPr>
        <p:spPr>
          <a:xfrm>
            <a:off x="-134196" y="5900720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850FDD41-CBC0-8E54-E049-667C22CCEBB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02607" y="590306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E0F00D5D-2DAC-BCE4-C762-EE924AFF9A80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835108" y="591244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FF0B0805-03C8-8EDD-6D57-6860E41706E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29336" y="590475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510DFB2B-DFAC-5AB6-7D34-EC2F1597DA0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79029" y="589992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6BCC72E6-E4A2-524B-A336-2A894880391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60758" y="590352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ABB8189B-0894-1839-1BFC-79DD235467E6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15595" y="591856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6" name="Picture 105">
            <a:extLst>
              <a:ext uri="{FF2B5EF4-FFF2-40B4-BE49-F238E27FC236}">
                <a16:creationId xmlns:a16="http://schemas.microsoft.com/office/drawing/2014/main" id="{9A737835-8477-B872-A8CA-EF0A0BC53FC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1084048" y="4290398"/>
            <a:ext cx="1309517" cy="372909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53DB02C2-1EED-3E08-6B51-8EB35E215E2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90775" y="4290398"/>
            <a:ext cx="1309517" cy="372909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42A08BF9-A49B-CC15-A33C-7D00C3A7CBD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331514" y="4287901"/>
            <a:ext cx="1309517" cy="372909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BA3129D8-A0C9-7C33-0985-5148B90225EC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63125" y="4287901"/>
            <a:ext cx="1309517" cy="372909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76F290F7-E87B-2B68-D30D-D6500F5B4AA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516286" y="4269382"/>
            <a:ext cx="1309517" cy="372909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F1DF153D-E337-D499-9BD4-B336FEBCB2A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47897" y="4269382"/>
            <a:ext cx="1309517" cy="372909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B05D9C5C-219A-E125-F73C-1BB4C8F291EB}"/>
              </a:ext>
            </a:extLst>
          </p:cNvPr>
          <p:cNvSpPr txBox="1"/>
          <p:nvPr/>
        </p:nvSpPr>
        <p:spPr>
          <a:xfrm>
            <a:off x="7336911" y="7317167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113" name="Elbow Connector 112">
            <a:extLst>
              <a:ext uri="{FF2B5EF4-FFF2-40B4-BE49-F238E27FC236}">
                <a16:creationId xmlns:a16="http://schemas.microsoft.com/office/drawing/2014/main" id="{27CDF253-35BA-2288-F56F-6D2ECB40571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06198" y="589956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A38EE201-AA3C-13A5-F758-C66472087E1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527640" y="589711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Elbow Connector 114">
            <a:extLst>
              <a:ext uri="{FF2B5EF4-FFF2-40B4-BE49-F238E27FC236}">
                <a16:creationId xmlns:a16="http://schemas.microsoft.com/office/drawing/2014/main" id="{929B7120-871B-F589-77ED-758CAAED754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059590" y="589711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8023C61E-ABA2-F21B-9B10-C9F0C1B62D7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568753" y="591177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F7709CC0-025F-3FCB-B6AF-40F186E2F8BE}"/>
              </a:ext>
            </a:extLst>
          </p:cNvPr>
          <p:cNvSpPr txBox="1"/>
          <p:nvPr/>
        </p:nvSpPr>
        <p:spPr>
          <a:xfrm>
            <a:off x="8628183" y="7284144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E6D1B5A-6722-57AD-0915-C95B994354D5}"/>
              </a:ext>
            </a:extLst>
          </p:cNvPr>
          <p:cNvSpPr txBox="1"/>
          <p:nvPr/>
        </p:nvSpPr>
        <p:spPr>
          <a:xfrm>
            <a:off x="11430589" y="7284144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85110E9-E02F-DB0F-B01C-199EAF688042}"/>
              </a:ext>
            </a:extLst>
          </p:cNvPr>
          <p:cNvSpPr txBox="1"/>
          <p:nvPr/>
        </p:nvSpPr>
        <p:spPr>
          <a:xfrm>
            <a:off x="10068737" y="7284144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BBD2A681-630A-1029-7B25-CF8CB4F6BCD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1032727" y="6830641"/>
            <a:ext cx="1309517" cy="372908"/>
          </a:xfrm>
          <a:prstGeom prst="rect">
            <a:avLst/>
          </a:prstGeom>
        </p:spPr>
      </p:pic>
      <p:pic>
        <p:nvPicPr>
          <p:cNvPr id="122" name="Picture 121">
            <a:extLst>
              <a:ext uri="{FF2B5EF4-FFF2-40B4-BE49-F238E27FC236}">
                <a16:creationId xmlns:a16="http://schemas.microsoft.com/office/drawing/2014/main" id="{3775FD4D-6FB1-E7E2-7F1B-AFDFCEA328F1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42096" y="6830641"/>
            <a:ext cx="1309517" cy="372908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3FE96DBF-E6C3-9A3F-B9B1-A5705B57C1CE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382835" y="6828144"/>
            <a:ext cx="1309517" cy="372908"/>
          </a:xfrm>
          <a:prstGeom prst="rect">
            <a:avLst/>
          </a:prstGeom>
        </p:spPr>
      </p:pic>
      <p:pic>
        <p:nvPicPr>
          <p:cNvPr id="124" name="Picture 123">
            <a:extLst>
              <a:ext uri="{FF2B5EF4-FFF2-40B4-BE49-F238E27FC236}">
                <a16:creationId xmlns:a16="http://schemas.microsoft.com/office/drawing/2014/main" id="{F5EBF71E-41C4-7558-8A87-D70D5B83DAB8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3735477" y="6828144"/>
            <a:ext cx="1309517" cy="372908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1C2B1C74-365E-C141-4F96-BF5CBC9AA433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133656" y="6809625"/>
            <a:ext cx="1309517" cy="372908"/>
          </a:xfrm>
          <a:prstGeom prst="rect">
            <a:avLst/>
          </a:prstGeom>
        </p:spPr>
      </p:pic>
      <p:pic>
        <p:nvPicPr>
          <p:cNvPr id="126" name="Picture 125">
            <a:extLst>
              <a:ext uri="{FF2B5EF4-FFF2-40B4-BE49-F238E27FC236}">
                <a16:creationId xmlns:a16="http://schemas.microsoft.com/office/drawing/2014/main" id="{13D31E01-2DB5-BE03-08C8-7FCC9F700188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579288" y="6809625"/>
            <a:ext cx="1309517" cy="372908"/>
          </a:xfrm>
          <a:prstGeom prst="rect">
            <a:avLst/>
          </a:prstGeom>
        </p:spPr>
      </p:pic>
      <p:pic>
        <p:nvPicPr>
          <p:cNvPr id="127" name="Picture 126">
            <a:extLst>
              <a:ext uri="{FF2B5EF4-FFF2-40B4-BE49-F238E27FC236}">
                <a16:creationId xmlns:a16="http://schemas.microsoft.com/office/drawing/2014/main" id="{F398CF9B-F563-E488-7C82-B568EB04C6E6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01764" y="6805436"/>
            <a:ext cx="1309517" cy="372908"/>
          </a:xfrm>
          <a:prstGeom prst="rect">
            <a:avLst/>
          </a:prstGeom>
        </p:spPr>
      </p:pic>
      <p:pic>
        <p:nvPicPr>
          <p:cNvPr id="128" name="Picture 127">
            <a:extLst>
              <a:ext uri="{FF2B5EF4-FFF2-40B4-BE49-F238E27FC236}">
                <a16:creationId xmlns:a16="http://schemas.microsoft.com/office/drawing/2014/main" id="{F0E6FDAD-FDAD-D410-231D-3F7FF43819CA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045919" y="6805436"/>
            <a:ext cx="1309517" cy="372908"/>
          </a:xfrm>
          <a:prstGeom prst="rect">
            <a:avLst/>
          </a:prstGeom>
        </p:spPr>
      </p:pic>
      <p:pic>
        <p:nvPicPr>
          <p:cNvPr id="129" name="Picture 128">
            <a:extLst>
              <a:ext uri="{FF2B5EF4-FFF2-40B4-BE49-F238E27FC236}">
                <a16:creationId xmlns:a16="http://schemas.microsoft.com/office/drawing/2014/main" id="{3E4C0A07-0C64-3755-A9D1-27D52DD64301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444098" y="6786917"/>
            <a:ext cx="1309517" cy="372908"/>
          </a:xfrm>
          <a:prstGeom prst="rect">
            <a:avLst/>
          </a:pr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9B65AC18-0EB7-5693-78D8-A1D91FC8EB40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1889730" y="6786917"/>
            <a:ext cx="1309517" cy="372908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DBFDAAD6-7096-955B-BE03-1A9FC0A108CB}"/>
              </a:ext>
            </a:extLst>
          </p:cNvPr>
          <p:cNvSpPr txBox="1"/>
          <p:nvPr/>
        </p:nvSpPr>
        <p:spPr>
          <a:xfrm>
            <a:off x="207453" y="2998004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EAB4B2-702E-FDF6-BB52-A8C9735FB075}"/>
              </a:ext>
            </a:extLst>
          </p:cNvPr>
          <p:cNvSpPr txBox="1"/>
          <p:nvPr/>
        </p:nvSpPr>
        <p:spPr>
          <a:xfrm>
            <a:off x="8686210" y="5331002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A16A044-CD1F-E13B-2A22-EA8E736D814C}"/>
              </a:ext>
            </a:extLst>
          </p:cNvPr>
          <p:cNvSpPr/>
          <p:nvPr/>
        </p:nvSpPr>
        <p:spPr>
          <a:xfrm>
            <a:off x="-1531033" y="615255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0F0DBEC-CEE5-78AD-374E-B43464A5ACAC}"/>
              </a:ext>
            </a:extLst>
          </p:cNvPr>
          <p:cNvCxnSpPr>
            <a:cxnSpLocks/>
          </p:cNvCxnSpPr>
          <p:nvPr/>
        </p:nvCxnSpPr>
        <p:spPr>
          <a:xfrm>
            <a:off x="2275109" y="851130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7315E4B8-7035-899B-49E7-13B7C774A231}"/>
              </a:ext>
            </a:extLst>
          </p:cNvPr>
          <p:cNvCxnSpPr>
            <a:cxnSpLocks/>
          </p:cNvCxnSpPr>
          <p:nvPr/>
        </p:nvCxnSpPr>
        <p:spPr>
          <a:xfrm>
            <a:off x="2267504" y="844580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36" name="Picture 135">
            <a:extLst>
              <a:ext uri="{FF2B5EF4-FFF2-40B4-BE49-F238E27FC236}">
                <a16:creationId xmlns:a16="http://schemas.microsoft.com/office/drawing/2014/main" id="{E7FF9683-C2E3-9EFB-A60F-B1BEDC6E0F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12742" y="1670430"/>
            <a:ext cx="1309525" cy="372909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4D61733F-EC4E-A618-F070-6064B345CD98}"/>
              </a:ext>
            </a:extLst>
          </p:cNvPr>
          <p:cNvSpPr txBox="1"/>
          <p:nvPr/>
        </p:nvSpPr>
        <p:spPr>
          <a:xfrm>
            <a:off x="-410980" y="1091455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0474A4E9-2B85-04ED-41F5-5BEE89DDC646}"/>
              </a:ext>
            </a:extLst>
          </p:cNvPr>
          <p:cNvCxnSpPr>
            <a:cxnSpLocks/>
          </p:cNvCxnSpPr>
          <p:nvPr/>
        </p:nvCxnSpPr>
        <p:spPr>
          <a:xfrm>
            <a:off x="8426265" y="87777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E1B670D3-1E5E-C196-EF46-AA3D026F642C}"/>
              </a:ext>
            </a:extLst>
          </p:cNvPr>
          <p:cNvCxnSpPr>
            <a:cxnSpLocks/>
          </p:cNvCxnSpPr>
          <p:nvPr/>
        </p:nvCxnSpPr>
        <p:spPr>
          <a:xfrm>
            <a:off x="5490810" y="859156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0" name="Picture 139">
            <a:extLst>
              <a:ext uri="{FF2B5EF4-FFF2-40B4-BE49-F238E27FC236}">
                <a16:creationId xmlns:a16="http://schemas.microsoft.com/office/drawing/2014/main" id="{1262024B-A822-A267-4A9C-A7762D00D7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21640" y="1670430"/>
            <a:ext cx="1309517" cy="372909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CC2209B9-4C60-2BAC-BFAA-4411CFA3856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56517" y="1670430"/>
            <a:ext cx="1309517" cy="372909"/>
          </a:xfrm>
          <a:prstGeom prst="rect">
            <a:avLst/>
          </a:prstGeom>
        </p:spPr>
      </p:pic>
      <p:sp>
        <p:nvSpPr>
          <p:cNvPr id="142" name="TextBox 141">
            <a:extLst>
              <a:ext uri="{FF2B5EF4-FFF2-40B4-BE49-F238E27FC236}">
                <a16:creationId xmlns:a16="http://schemas.microsoft.com/office/drawing/2014/main" id="{07FA0FF3-B4A6-11A3-8187-D4BC98BD2BCE}"/>
              </a:ext>
            </a:extLst>
          </p:cNvPr>
          <p:cNvSpPr txBox="1"/>
          <p:nvPr/>
        </p:nvSpPr>
        <p:spPr>
          <a:xfrm>
            <a:off x="882158" y="2017701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A8403AC-471D-371E-57C5-FC8527CBC3A9}"/>
              </a:ext>
            </a:extLst>
          </p:cNvPr>
          <p:cNvSpPr txBox="1"/>
          <p:nvPr/>
        </p:nvSpPr>
        <p:spPr>
          <a:xfrm>
            <a:off x="7158463" y="2012449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0E4E7587-4AB7-F2BF-266E-9CFAB3BAA09E}"/>
              </a:ext>
            </a:extLst>
          </p:cNvPr>
          <p:cNvSpPr txBox="1"/>
          <p:nvPr/>
        </p:nvSpPr>
        <p:spPr>
          <a:xfrm>
            <a:off x="5128405" y="2015390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188106F-5EAC-EC1C-DB7B-FF2D1A65A73F}"/>
              </a:ext>
            </a:extLst>
          </p:cNvPr>
          <p:cNvSpPr txBox="1"/>
          <p:nvPr/>
        </p:nvSpPr>
        <p:spPr>
          <a:xfrm>
            <a:off x="4874666" y="2261780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E16D266A-8633-05E0-BD31-98AD9E1E85B2}"/>
              </a:ext>
            </a:extLst>
          </p:cNvPr>
          <p:cNvCxnSpPr>
            <a:cxnSpLocks/>
          </p:cNvCxnSpPr>
          <p:nvPr/>
        </p:nvCxnSpPr>
        <p:spPr>
          <a:xfrm>
            <a:off x="2303926" y="2536741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FF1F05C-63EC-4208-A9B1-96E8DF830279}"/>
              </a:ext>
            </a:extLst>
          </p:cNvPr>
          <p:cNvSpPr txBox="1"/>
          <p:nvPr/>
        </p:nvSpPr>
        <p:spPr>
          <a:xfrm>
            <a:off x="566074" y="487096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A099B55A-B713-8493-D596-5FA09A9F5E44}"/>
              </a:ext>
            </a:extLst>
          </p:cNvPr>
          <p:cNvSpPr txBox="1"/>
          <p:nvPr/>
        </p:nvSpPr>
        <p:spPr>
          <a:xfrm>
            <a:off x="2086159" y="4872560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117785C0-B9CB-8883-7611-2B067DDD9F45}"/>
              </a:ext>
            </a:extLst>
          </p:cNvPr>
          <p:cNvSpPr txBox="1"/>
          <p:nvPr/>
        </p:nvSpPr>
        <p:spPr>
          <a:xfrm>
            <a:off x="3690188" y="490669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67EE95F-D934-40B5-A993-FC9068C5215A}"/>
              </a:ext>
            </a:extLst>
          </p:cNvPr>
          <p:cNvSpPr txBox="1"/>
          <p:nvPr/>
        </p:nvSpPr>
        <p:spPr>
          <a:xfrm>
            <a:off x="5294136" y="4890352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F09BCCF-5E85-0BEB-5A45-881F6C113C05}"/>
              </a:ext>
            </a:extLst>
          </p:cNvPr>
          <p:cNvSpPr txBox="1"/>
          <p:nvPr/>
        </p:nvSpPr>
        <p:spPr>
          <a:xfrm>
            <a:off x="-1362916" y="4865677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50D944E-2794-AF71-2355-446A9DA7EC4D}"/>
              </a:ext>
            </a:extLst>
          </p:cNvPr>
          <p:cNvSpPr txBox="1"/>
          <p:nvPr/>
        </p:nvSpPr>
        <p:spPr>
          <a:xfrm>
            <a:off x="6680325" y="4866201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0387F924-B008-0530-229A-C9B1479BDD3B}"/>
              </a:ext>
            </a:extLst>
          </p:cNvPr>
          <p:cNvCxnSpPr>
            <a:cxnSpLocks/>
          </p:cNvCxnSpPr>
          <p:nvPr/>
        </p:nvCxnSpPr>
        <p:spPr>
          <a:xfrm>
            <a:off x="-134320" y="3638476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7756E217-9E3A-A7D7-73E5-2812625DB1D5}"/>
              </a:ext>
            </a:extLst>
          </p:cNvPr>
          <p:cNvCxnSpPr>
            <a:cxnSpLocks/>
          </p:cNvCxnSpPr>
          <p:nvPr/>
        </p:nvCxnSpPr>
        <p:spPr>
          <a:xfrm flipV="1">
            <a:off x="-244466" y="5904779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F1F1E23A-6FD4-9D5C-A35E-BFF7980C59D5}"/>
              </a:ext>
            </a:extLst>
          </p:cNvPr>
          <p:cNvCxnSpPr>
            <a:cxnSpLocks/>
          </p:cNvCxnSpPr>
          <p:nvPr/>
        </p:nvCxnSpPr>
        <p:spPr>
          <a:xfrm>
            <a:off x="8426263" y="2455735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6" name="Elbow Connector 155">
            <a:extLst>
              <a:ext uri="{FF2B5EF4-FFF2-40B4-BE49-F238E27FC236}">
                <a16:creationId xmlns:a16="http://schemas.microsoft.com/office/drawing/2014/main" id="{0CF63803-830B-A836-6A5E-73164B5EF79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906915" y="364082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Elbow Connector 156">
            <a:extLst>
              <a:ext uri="{FF2B5EF4-FFF2-40B4-BE49-F238E27FC236}">
                <a16:creationId xmlns:a16="http://schemas.microsoft.com/office/drawing/2014/main" id="{E11064C2-2B99-9EDB-302D-92AB6A5B85A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237939" y="365020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Elbow Connector 157">
            <a:extLst>
              <a:ext uri="{FF2B5EF4-FFF2-40B4-BE49-F238E27FC236}">
                <a16:creationId xmlns:a16="http://schemas.microsoft.com/office/drawing/2014/main" id="{37BC31C6-C782-42F6-8827-38694B5FC74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630689" y="364250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Elbow Connector 158">
            <a:extLst>
              <a:ext uri="{FF2B5EF4-FFF2-40B4-BE49-F238E27FC236}">
                <a16:creationId xmlns:a16="http://schemas.microsoft.com/office/drawing/2014/main" id="{2F3AE955-98E2-89CB-61AD-03EE2E45C60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78905" y="363768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0" name="Elbow Connector 159">
            <a:extLst>
              <a:ext uri="{FF2B5EF4-FFF2-40B4-BE49-F238E27FC236}">
                <a16:creationId xmlns:a16="http://schemas.microsoft.com/office/drawing/2014/main" id="{D4E85DD4-82EF-5F57-15DE-C29ED6D2016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60882" y="364127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Elbow Connector 160">
            <a:extLst>
              <a:ext uri="{FF2B5EF4-FFF2-40B4-BE49-F238E27FC236}">
                <a16:creationId xmlns:a16="http://schemas.microsoft.com/office/drawing/2014/main" id="{A4925901-A8A9-4885-0115-7CF58DAE619C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15719" y="364082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F4E10CBC-076D-54FB-A456-017ACEF26DD8}"/>
              </a:ext>
            </a:extLst>
          </p:cNvPr>
          <p:cNvSpPr txBox="1"/>
          <p:nvPr/>
        </p:nvSpPr>
        <p:spPr>
          <a:xfrm>
            <a:off x="696040" y="7354669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ED49EAB-2CD7-9752-5824-264D0014E2F2}"/>
              </a:ext>
            </a:extLst>
          </p:cNvPr>
          <p:cNvSpPr txBox="1"/>
          <p:nvPr/>
        </p:nvSpPr>
        <p:spPr>
          <a:xfrm>
            <a:off x="2267504" y="7354669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E2216AB6-3B22-DE67-9018-F8021C7D06CE}"/>
              </a:ext>
            </a:extLst>
          </p:cNvPr>
          <p:cNvSpPr txBox="1"/>
          <p:nvPr/>
        </p:nvSpPr>
        <p:spPr>
          <a:xfrm>
            <a:off x="3577388" y="7386047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AAE58C7-0C7B-96BF-29FA-078FED0F2790}"/>
              </a:ext>
            </a:extLst>
          </p:cNvPr>
          <p:cNvSpPr txBox="1"/>
          <p:nvPr/>
        </p:nvSpPr>
        <p:spPr>
          <a:xfrm>
            <a:off x="5058564" y="7354653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EB54708-77A0-F9B6-4B29-6ED15C908CCA}"/>
              </a:ext>
            </a:extLst>
          </p:cNvPr>
          <p:cNvSpPr txBox="1"/>
          <p:nvPr/>
        </p:nvSpPr>
        <p:spPr>
          <a:xfrm>
            <a:off x="-1473208" y="7329995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1ED9C777-9959-AF8B-C485-D29B7FCA2020}"/>
              </a:ext>
            </a:extLst>
          </p:cNvPr>
          <p:cNvSpPr txBox="1"/>
          <p:nvPr/>
        </p:nvSpPr>
        <p:spPr>
          <a:xfrm>
            <a:off x="6089587" y="7330519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4F2C0AAD-80CA-5E5C-1697-032AF7C1B394}"/>
              </a:ext>
            </a:extLst>
          </p:cNvPr>
          <p:cNvCxnSpPr>
            <a:cxnSpLocks/>
          </p:cNvCxnSpPr>
          <p:nvPr/>
        </p:nvCxnSpPr>
        <p:spPr>
          <a:xfrm>
            <a:off x="-120626" y="5901318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Elbow Connector 168">
            <a:extLst>
              <a:ext uri="{FF2B5EF4-FFF2-40B4-BE49-F238E27FC236}">
                <a16:creationId xmlns:a16="http://schemas.microsoft.com/office/drawing/2014/main" id="{13EFF107-2839-CDB1-86A6-BC76A761C37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16177" y="590366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Elbow Connector 169">
            <a:extLst>
              <a:ext uri="{FF2B5EF4-FFF2-40B4-BE49-F238E27FC236}">
                <a16:creationId xmlns:a16="http://schemas.microsoft.com/office/drawing/2014/main" id="{51724563-CED7-3288-E1C0-8C7C24078C4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848678" y="591304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1" name="Elbow Connector 170">
            <a:extLst>
              <a:ext uri="{FF2B5EF4-FFF2-40B4-BE49-F238E27FC236}">
                <a16:creationId xmlns:a16="http://schemas.microsoft.com/office/drawing/2014/main" id="{9B8C974C-0A00-AED1-59D5-91C18C58028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42906" y="590535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Elbow Connector 171">
            <a:extLst>
              <a:ext uri="{FF2B5EF4-FFF2-40B4-BE49-F238E27FC236}">
                <a16:creationId xmlns:a16="http://schemas.microsoft.com/office/drawing/2014/main" id="{8C26F93D-8C56-61FC-8C87-2C294AD3FFE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92599" y="5900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Elbow Connector 172">
            <a:extLst>
              <a:ext uri="{FF2B5EF4-FFF2-40B4-BE49-F238E27FC236}">
                <a16:creationId xmlns:a16="http://schemas.microsoft.com/office/drawing/2014/main" id="{46E5F826-F3D9-566E-CDF5-C1105601065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47188" y="590412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4" name="Elbow Connector 173">
            <a:extLst>
              <a:ext uri="{FF2B5EF4-FFF2-40B4-BE49-F238E27FC236}">
                <a16:creationId xmlns:a16="http://schemas.microsoft.com/office/drawing/2014/main" id="{16F52A9E-B18E-6839-7753-46469ACE28A1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02025" y="591916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174">
            <a:extLst>
              <a:ext uri="{FF2B5EF4-FFF2-40B4-BE49-F238E27FC236}">
                <a16:creationId xmlns:a16="http://schemas.microsoft.com/office/drawing/2014/main" id="{D842DF5C-E476-F314-CDDF-9D1A5E57AB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1070478" y="4290996"/>
            <a:ext cx="1309517" cy="372909"/>
          </a:xfrm>
          <a:prstGeom prst="rect">
            <a:avLst/>
          </a:prstGeom>
        </p:spPr>
      </p:pic>
      <p:pic>
        <p:nvPicPr>
          <p:cNvPr id="176" name="Picture 175">
            <a:extLst>
              <a:ext uri="{FF2B5EF4-FFF2-40B4-BE49-F238E27FC236}">
                <a16:creationId xmlns:a16="http://schemas.microsoft.com/office/drawing/2014/main" id="{55F41EFE-BF7F-A492-95D3-DF391309D12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4345" y="4290996"/>
            <a:ext cx="1309517" cy="372909"/>
          </a:xfrm>
          <a:prstGeom prst="rect">
            <a:avLst/>
          </a:prstGeom>
        </p:spPr>
      </p:pic>
      <p:pic>
        <p:nvPicPr>
          <p:cNvPr id="177" name="Picture 176">
            <a:extLst>
              <a:ext uri="{FF2B5EF4-FFF2-40B4-BE49-F238E27FC236}">
                <a16:creationId xmlns:a16="http://schemas.microsoft.com/office/drawing/2014/main" id="{3DC305FC-7108-7811-6D15-6A14CD0A520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345084" y="4288499"/>
            <a:ext cx="1309517" cy="372909"/>
          </a:xfrm>
          <a:prstGeom prst="rect">
            <a:avLst/>
          </a:prstGeom>
        </p:spPr>
      </p:pic>
      <p:pic>
        <p:nvPicPr>
          <p:cNvPr id="178" name="Picture 177">
            <a:extLst>
              <a:ext uri="{FF2B5EF4-FFF2-40B4-BE49-F238E27FC236}">
                <a16:creationId xmlns:a16="http://schemas.microsoft.com/office/drawing/2014/main" id="{42B83E6C-3B42-FC32-B86D-B293D3C24FB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76695" y="4288499"/>
            <a:ext cx="1309517" cy="372909"/>
          </a:xfrm>
          <a:prstGeom prst="rect">
            <a:avLst/>
          </a:prstGeom>
        </p:spPr>
      </p:pic>
      <p:pic>
        <p:nvPicPr>
          <p:cNvPr id="179" name="Picture 178">
            <a:extLst>
              <a:ext uri="{FF2B5EF4-FFF2-40B4-BE49-F238E27FC236}">
                <a16:creationId xmlns:a16="http://schemas.microsoft.com/office/drawing/2014/main" id="{107A7372-CB84-3811-62FB-213084C4385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529856" y="4269980"/>
            <a:ext cx="1309517" cy="372909"/>
          </a:xfrm>
          <a:prstGeom prst="rect">
            <a:avLst/>
          </a:prstGeom>
        </p:spPr>
      </p:pic>
      <p:pic>
        <p:nvPicPr>
          <p:cNvPr id="180" name="Picture 179">
            <a:extLst>
              <a:ext uri="{FF2B5EF4-FFF2-40B4-BE49-F238E27FC236}">
                <a16:creationId xmlns:a16="http://schemas.microsoft.com/office/drawing/2014/main" id="{D15F3434-A583-CE28-5409-DD458159AD5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1467" y="4269980"/>
            <a:ext cx="1309517" cy="372909"/>
          </a:xfrm>
          <a:prstGeom prst="rect">
            <a:avLst/>
          </a:prstGeom>
        </p:spPr>
      </p:pic>
      <p:sp>
        <p:nvSpPr>
          <p:cNvPr id="181" name="TextBox 180">
            <a:extLst>
              <a:ext uri="{FF2B5EF4-FFF2-40B4-BE49-F238E27FC236}">
                <a16:creationId xmlns:a16="http://schemas.microsoft.com/office/drawing/2014/main" id="{64B91CFF-1DF0-721A-D0E1-5225140F7620}"/>
              </a:ext>
            </a:extLst>
          </p:cNvPr>
          <p:cNvSpPr txBox="1"/>
          <p:nvPr/>
        </p:nvSpPr>
        <p:spPr>
          <a:xfrm>
            <a:off x="7350481" y="7317765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182" name="Elbow Connector 181">
            <a:extLst>
              <a:ext uri="{FF2B5EF4-FFF2-40B4-BE49-F238E27FC236}">
                <a16:creationId xmlns:a16="http://schemas.microsoft.com/office/drawing/2014/main" id="{CB4525A9-5689-6720-1831-A802988FA79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19768" y="5900163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Elbow Connector 182">
            <a:extLst>
              <a:ext uri="{FF2B5EF4-FFF2-40B4-BE49-F238E27FC236}">
                <a16:creationId xmlns:a16="http://schemas.microsoft.com/office/drawing/2014/main" id="{C877DFFC-9B66-7E6F-E676-609EF49E620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541210" y="589771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8DEA8C6C-8CB5-1314-825A-84DB52758BC0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073160" y="589771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5" name="Elbow Connector 184">
            <a:extLst>
              <a:ext uri="{FF2B5EF4-FFF2-40B4-BE49-F238E27FC236}">
                <a16:creationId xmlns:a16="http://schemas.microsoft.com/office/drawing/2014/main" id="{31D38AC7-7971-ADCB-B4CD-BD3A7B1E053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582323" y="591236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81D9E6C8-B5C7-1683-3FB4-55FC3F396D38}"/>
              </a:ext>
            </a:extLst>
          </p:cNvPr>
          <p:cNvSpPr txBox="1"/>
          <p:nvPr/>
        </p:nvSpPr>
        <p:spPr>
          <a:xfrm>
            <a:off x="8641753" y="7284742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4AD9D820-C7DF-F881-C45A-E7371013D5F0}"/>
              </a:ext>
            </a:extLst>
          </p:cNvPr>
          <p:cNvSpPr txBox="1"/>
          <p:nvPr/>
        </p:nvSpPr>
        <p:spPr>
          <a:xfrm>
            <a:off x="11444159" y="7284742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17109C29-2100-6E16-0348-22465CACD0E1}"/>
              </a:ext>
            </a:extLst>
          </p:cNvPr>
          <p:cNvSpPr txBox="1"/>
          <p:nvPr/>
        </p:nvSpPr>
        <p:spPr>
          <a:xfrm>
            <a:off x="10082307" y="7284742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pic>
        <p:nvPicPr>
          <p:cNvPr id="189" name="Picture 188">
            <a:extLst>
              <a:ext uri="{FF2B5EF4-FFF2-40B4-BE49-F238E27FC236}">
                <a16:creationId xmlns:a16="http://schemas.microsoft.com/office/drawing/2014/main" id="{D27D7E22-DEBE-C3B6-0857-617FA91DDD18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1019157" y="6831239"/>
            <a:ext cx="1309517" cy="372908"/>
          </a:xfrm>
          <a:prstGeom prst="rect">
            <a:avLst/>
          </a:pr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7B6F1504-608E-597D-EB73-AF9D9CBB968E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55666" y="6831239"/>
            <a:ext cx="1309517" cy="372908"/>
          </a:xfrm>
          <a:prstGeom prst="rect">
            <a:avLst/>
          </a:prstGeom>
        </p:spPr>
      </p:pic>
      <p:pic>
        <p:nvPicPr>
          <p:cNvPr id="191" name="Picture 190">
            <a:extLst>
              <a:ext uri="{FF2B5EF4-FFF2-40B4-BE49-F238E27FC236}">
                <a16:creationId xmlns:a16="http://schemas.microsoft.com/office/drawing/2014/main" id="{C21423CE-FBCE-EA48-DDA9-62B77B1905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396405" y="6828742"/>
            <a:ext cx="1309517" cy="372908"/>
          </a:xfrm>
          <a:prstGeom prst="rect">
            <a:avLst/>
          </a:prstGeom>
        </p:spPr>
      </p:pic>
      <p:pic>
        <p:nvPicPr>
          <p:cNvPr id="192" name="Picture 191">
            <a:extLst>
              <a:ext uri="{FF2B5EF4-FFF2-40B4-BE49-F238E27FC236}">
                <a16:creationId xmlns:a16="http://schemas.microsoft.com/office/drawing/2014/main" id="{6651C25B-AE42-8154-D5DE-39C96C5E0C41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3749047" y="6828742"/>
            <a:ext cx="1309517" cy="372908"/>
          </a:xfrm>
          <a:prstGeom prst="rect">
            <a:avLst/>
          </a:prstGeom>
        </p:spPr>
      </p:pic>
      <p:pic>
        <p:nvPicPr>
          <p:cNvPr id="193" name="Picture 192">
            <a:extLst>
              <a:ext uri="{FF2B5EF4-FFF2-40B4-BE49-F238E27FC236}">
                <a16:creationId xmlns:a16="http://schemas.microsoft.com/office/drawing/2014/main" id="{365D979A-44D7-58ED-5C5F-05FF5F2B993E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147226" y="6810223"/>
            <a:ext cx="1309517" cy="372908"/>
          </a:xfrm>
          <a:prstGeom prst="rect">
            <a:avLst/>
          </a:prstGeom>
        </p:spPr>
      </p:pic>
      <p:pic>
        <p:nvPicPr>
          <p:cNvPr id="194" name="Picture 193">
            <a:extLst>
              <a:ext uri="{FF2B5EF4-FFF2-40B4-BE49-F238E27FC236}">
                <a16:creationId xmlns:a16="http://schemas.microsoft.com/office/drawing/2014/main" id="{EE320F71-83D2-6631-F4F7-D21AFCD03EA7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592858" y="6810223"/>
            <a:ext cx="1309517" cy="372908"/>
          </a:xfrm>
          <a:prstGeom prst="rect">
            <a:avLst/>
          </a:prstGeom>
        </p:spPr>
      </p:pic>
      <p:pic>
        <p:nvPicPr>
          <p:cNvPr id="195" name="Picture 194">
            <a:extLst>
              <a:ext uri="{FF2B5EF4-FFF2-40B4-BE49-F238E27FC236}">
                <a16:creationId xmlns:a16="http://schemas.microsoft.com/office/drawing/2014/main" id="{696CA66B-8EDF-6C97-EC45-74D45FC07494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15334" y="6806034"/>
            <a:ext cx="1309517" cy="372908"/>
          </a:xfrm>
          <a:prstGeom prst="rect">
            <a:avLst/>
          </a:prstGeom>
        </p:spPr>
      </p:pic>
      <p:pic>
        <p:nvPicPr>
          <p:cNvPr id="196" name="Picture 195">
            <a:extLst>
              <a:ext uri="{FF2B5EF4-FFF2-40B4-BE49-F238E27FC236}">
                <a16:creationId xmlns:a16="http://schemas.microsoft.com/office/drawing/2014/main" id="{BBAF69D0-7F30-384E-5D5C-3FB8E8BD7418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059489" y="6806034"/>
            <a:ext cx="1309517" cy="372908"/>
          </a:xfrm>
          <a:prstGeom prst="rect">
            <a:avLst/>
          </a:prstGeom>
        </p:spPr>
      </p:pic>
      <p:pic>
        <p:nvPicPr>
          <p:cNvPr id="197" name="Picture 196">
            <a:extLst>
              <a:ext uri="{FF2B5EF4-FFF2-40B4-BE49-F238E27FC236}">
                <a16:creationId xmlns:a16="http://schemas.microsoft.com/office/drawing/2014/main" id="{49217077-E313-6C08-A0D3-7A43B54E6800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457668" y="6787515"/>
            <a:ext cx="1309517" cy="372908"/>
          </a:xfrm>
          <a:prstGeom prst="rect">
            <a:avLst/>
          </a:prstGeom>
        </p:spPr>
      </p:pic>
      <p:pic>
        <p:nvPicPr>
          <p:cNvPr id="198" name="Picture 197">
            <a:extLst>
              <a:ext uri="{FF2B5EF4-FFF2-40B4-BE49-F238E27FC236}">
                <a16:creationId xmlns:a16="http://schemas.microsoft.com/office/drawing/2014/main" id="{4A25EB7E-E419-D928-1733-2D27993C3CE3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1903300" y="6787515"/>
            <a:ext cx="1309517" cy="372908"/>
          </a:xfrm>
          <a:prstGeom prst="rect">
            <a:avLst/>
          </a:prstGeom>
        </p:spPr>
      </p:pic>
      <p:sp>
        <p:nvSpPr>
          <p:cNvPr id="199" name="TextBox 198">
            <a:extLst>
              <a:ext uri="{FF2B5EF4-FFF2-40B4-BE49-F238E27FC236}">
                <a16:creationId xmlns:a16="http://schemas.microsoft.com/office/drawing/2014/main" id="{7D314743-B317-38A2-A088-0A753F9394C6}"/>
              </a:ext>
            </a:extLst>
          </p:cNvPr>
          <p:cNvSpPr txBox="1"/>
          <p:nvPr/>
        </p:nvSpPr>
        <p:spPr>
          <a:xfrm>
            <a:off x="221023" y="2998602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C677BFF5-48B9-B13B-7D21-3C2193218020}"/>
              </a:ext>
            </a:extLst>
          </p:cNvPr>
          <p:cNvSpPr txBox="1"/>
          <p:nvPr/>
        </p:nvSpPr>
        <p:spPr>
          <a:xfrm>
            <a:off x="8699780" y="5331600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76B644E-35D2-CCF1-6646-5BE9626664C5}"/>
              </a:ext>
            </a:extLst>
          </p:cNvPr>
          <p:cNvSpPr/>
          <p:nvPr/>
        </p:nvSpPr>
        <p:spPr>
          <a:xfrm>
            <a:off x="-1531033" y="704792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693F2334-DF2B-C034-4D39-BBF7702E32BD}"/>
              </a:ext>
            </a:extLst>
          </p:cNvPr>
          <p:cNvCxnSpPr>
            <a:cxnSpLocks/>
          </p:cNvCxnSpPr>
          <p:nvPr/>
        </p:nvCxnSpPr>
        <p:spPr>
          <a:xfrm>
            <a:off x="2275109" y="94066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B6EB66BC-5029-6937-7DA9-5A285503E2A5}"/>
              </a:ext>
            </a:extLst>
          </p:cNvPr>
          <p:cNvCxnSpPr>
            <a:cxnSpLocks/>
          </p:cNvCxnSpPr>
          <p:nvPr/>
        </p:nvCxnSpPr>
        <p:spPr>
          <a:xfrm>
            <a:off x="2267504" y="934117"/>
            <a:ext cx="6179998" cy="3319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4" name="Picture 203">
            <a:extLst>
              <a:ext uri="{FF2B5EF4-FFF2-40B4-BE49-F238E27FC236}">
                <a16:creationId xmlns:a16="http://schemas.microsoft.com/office/drawing/2014/main" id="{65111991-114E-704E-0C5D-685D867B58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12742" y="1759967"/>
            <a:ext cx="1309525" cy="372909"/>
          </a:xfrm>
          <a:prstGeom prst="rect">
            <a:avLst/>
          </a:prstGeom>
        </p:spPr>
      </p:pic>
      <p:sp>
        <p:nvSpPr>
          <p:cNvPr id="205" name="TextBox 204">
            <a:extLst>
              <a:ext uri="{FF2B5EF4-FFF2-40B4-BE49-F238E27FC236}">
                <a16:creationId xmlns:a16="http://schemas.microsoft.com/office/drawing/2014/main" id="{DC1E482A-63B5-F6BF-8A96-A813AD27BC50}"/>
              </a:ext>
            </a:extLst>
          </p:cNvPr>
          <p:cNvSpPr txBox="1"/>
          <p:nvPr/>
        </p:nvSpPr>
        <p:spPr>
          <a:xfrm>
            <a:off x="-410980" y="1180992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2D770F69-9D57-D8BF-9374-FADDE36CBE32}"/>
              </a:ext>
            </a:extLst>
          </p:cNvPr>
          <p:cNvCxnSpPr>
            <a:cxnSpLocks/>
          </p:cNvCxnSpPr>
          <p:nvPr/>
        </p:nvCxnSpPr>
        <p:spPr>
          <a:xfrm>
            <a:off x="8426265" y="967309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FD70DD5A-CB4C-759B-D035-E4D791C67AA0}"/>
              </a:ext>
            </a:extLst>
          </p:cNvPr>
          <p:cNvCxnSpPr>
            <a:cxnSpLocks/>
          </p:cNvCxnSpPr>
          <p:nvPr/>
        </p:nvCxnSpPr>
        <p:spPr>
          <a:xfrm>
            <a:off x="5490810" y="94869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8" name="Picture 207">
            <a:extLst>
              <a:ext uri="{FF2B5EF4-FFF2-40B4-BE49-F238E27FC236}">
                <a16:creationId xmlns:a16="http://schemas.microsoft.com/office/drawing/2014/main" id="{DD4633E6-DD2A-9489-720C-B131FCCA053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21640" y="1759967"/>
            <a:ext cx="1309517" cy="372909"/>
          </a:xfrm>
          <a:prstGeom prst="rect">
            <a:avLst/>
          </a:prstGeom>
        </p:spPr>
      </p:pic>
      <p:pic>
        <p:nvPicPr>
          <p:cNvPr id="209" name="Picture 208">
            <a:extLst>
              <a:ext uri="{FF2B5EF4-FFF2-40B4-BE49-F238E27FC236}">
                <a16:creationId xmlns:a16="http://schemas.microsoft.com/office/drawing/2014/main" id="{45599FEE-1037-9858-899D-791F24BFA1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56517" y="1759967"/>
            <a:ext cx="1309517" cy="372909"/>
          </a:xfrm>
          <a:prstGeom prst="rect">
            <a:avLst/>
          </a:prstGeom>
        </p:spPr>
      </p:pic>
      <p:sp>
        <p:nvSpPr>
          <p:cNvPr id="210" name="TextBox 209">
            <a:extLst>
              <a:ext uri="{FF2B5EF4-FFF2-40B4-BE49-F238E27FC236}">
                <a16:creationId xmlns:a16="http://schemas.microsoft.com/office/drawing/2014/main" id="{D4CF6785-0E81-C1C3-464A-30A96281835D}"/>
              </a:ext>
            </a:extLst>
          </p:cNvPr>
          <p:cNvSpPr txBox="1"/>
          <p:nvPr/>
        </p:nvSpPr>
        <p:spPr>
          <a:xfrm>
            <a:off x="882158" y="2107238"/>
            <a:ext cx="283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without common envelope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9C3997AD-DA5F-6200-C238-9104C6AAEB61}"/>
              </a:ext>
            </a:extLst>
          </p:cNvPr>
          <p:cNvSpPr txBox="1"/>
          <p:nvPr/>
        </p:nvSpPr>
        <p:spPr>
          <a:xfrm>
            <a:off x="7158463" y="2101986"/>
            <a:ext cx="250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with common envelope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DE1478C9-50A7-70E7-C7B7-A29D7BDFB2C2}"/>
              </a:ext>
            </a:extLst>
          </p:cNvPr>
          <p:cNvSpPr txBox="1"/>
          <p:nvPr/>
        </p:nvSpPr>
        <p:spPr>
          <a:xfrm>
            <a:off x="5128405" y="2104927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76ADB0C5-9D39-EA2E-3486-02875715F419}"/>
              </a:ext>
            </a:extLst>
          </p:cNvPr>
          <p:cNvSpPr txBox="1"/>
          <p:nvPr/>
        </p:nvSpPr>
        <p:spPr>
          <a:xfrm>
            <a:off x="4874666" y="2351317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156AED62-73A2-E303-6F40-33AF48D437F5}"/>
              </a:ext>
            </a:extLst>
          </p:cNvPr>
          <p:cNvCxnSpPr>
            <a:cxnSpLocks/>
          </p:cNvCxnSpPr>
          <p:nvPr/>
        </p:nvCxnSpPr>
        <p:spPr>
          <a:xfrm>
            <a:off x="2303926" y="2626278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2CAE5741-9015-1A5D-69E3-55C9FA88F746}"/>
              </a:ext>
            </a:extLst>
          </p:cNvPr>
          <p:cNvSpPr txBox="1"/>
          <p:nvPr/>
        </p:nvSpPr>
        <p:spPr>
          <a:xfrm>
            <a:off x="566074" y="4960506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SMT + NON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996DD67E-71B2-00F4-606B-A823473381C9}"/>
              </a:ext>
            </a:extLst>
          </p:cNvPr>
          <p:cNvSpPr txBox="1"/>
          <p:nvPr/>
        </p:nvSpPr>
        <p:spPr>
          <a:xfrm>
            <a:off x="2086159" y="4962097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SMT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1D11BF5-0531-AE47-F1C1-5AD0D421F7A5}"/>
              </a:ext>
            </a:extLst>
          </p:cNvPr>
          <p:cNvSpPr txBox="1"/>
          <p:nvPr/>
        </p:nvSpPr>
        <p:spPr>
          <a:xfrm>
            <a:off x="3690188" y="4996230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 + NON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0800A7AA-22D6-D793-0255-0FB67AF8BBAB}"/>
              </a:ext>
            </a:extLst>
          </p:cNvPr>
          <p:cNvSpPr txBox="1"/>
          <p:nvPr/>
        </p:nvSpPr>
        <p:spPr>
          <a:xfrm>
            <a:off x="5294136" y="4979889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47064674-3811-DDE5-B10E-4921DCD14F9F}"/>
              </a:ext>
            </a:extLst>
          </p:cNvPr>
          <p:cNvSpPr txBox="1"/>
          <p:nvPr/>
        </p:nvSpPr>
        <p:spPr>
          <a:xfrm>
            <a:off x="-1362916" y="4955214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OSMT</a:t>
            </a:r>
            <a:br>
              <a:rPr lang="en-US" dirty="0"/>
            </a:br>
            <a:r>
              <a:rPr lang="en-US" dirty="0"/>
              <a:t>(SMT+SMT)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2136D70-759C-CF1A-82A7-FB1BFA13C3ED}"/>
              </a:ext>
            </a:extLst>
          </p:cNvPr>
          <p:cNvSpPr txBox="1"/>
          <p:nvPr/>
        </p:nvSpPr>
        <p:spPr>
          <a:xfrm>
            <a:off x="6680325" y="4955738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sz="1200" dirty="0"/>
              <a:t>without CE </a:t>
            </a:r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6D5BAEF4-1DF3-64A4-768A-F4796E583C69}"/>
              </a:ext>
            </a:extLst>
          </p:cNvPr>
          <p:cNvCxnSpPr>
            <a:cxnSpLocks/>
          </p:cNvCxnSpPr>
          <p:nvPr/>
        </p:nvCxnSpPr>
        <p:spPr>
          <a:xfrm>
            <a:off x="-134320" y="3728013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8DD180EB-A766-5552-0300-ADC31B323E0A}"/>
              </a:ext>
            </a:extLst>
          </p:cNvPr>
          <p:cNvCxnSpPr>
            <a:cxnSpLocks/>
          </p:cNvCxnSpPr>
          <p:nvPr/>
        </p:nvCxnSpPr>
        <p:spPr>
          <a:xfrm flipV="1">
            <a:off x="-244466" y="5994316"/>
            <a:ext cx="8137647" cy="1518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04495068-730F-4015-ED53-05F615E18B3F}"/>
              </a:ext>
            </a:extLst>
          </p:cNvPr>
          <p:cNvCxnSpPr>
            <a:cxnSpLocks/>
          </p:cNvCxnSpPr>
          <p:nvPr/>
        </p:nvCxnSpPr>
        <p:spPr>
          <a:xfrm>
            <a:off x="8426263" y="2545272"/>
            <a:ext cx="42479" cy="3449044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Elbow Connector 223">
            <a:extLst>
              <a:ext uri="{FF2B5EF4-FFF2-40B4-BE49-F238E27FC236}">
                <a16:creationId xmlns:a16="http://schemas.microsoft.com/office/drawing/2014/main" id="{D7615BE0-D0EB-D291-9D19-CF14EA98DB1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906915" y="373036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Elbow Connector 224">
            <a:extLst>
              <a:ext uri="{FF2B5EF4-FFF2-40B4-BE49-F238E27FC236}">
                <a16:creationId xmlns:a16="http://schemas.microsoft.com/office/drawing/2014/main" id="{157B2F1C-EB80-B666-7A05-539DCC7EA49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4237939" y="373974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Elbow Connector 225">
            <a:extLst>
              <a:ext uri="{FF2B5EF4-FFF2-40B4-BE49-F238E27FC236}">
                <a16:creationId xmlns:a16="http://schemas.microsoft.com/office/drawing/2014/main" id="{EBA90DD5-1CF1-F7F6-177D-2F9AF057B35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630689" y="373204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Elbow Connector 226">
            <a:extLst>
              <a:ext uri="{FF2B5EF4-FFF2-40B4-BE49-F238E27FC236}">
                <a16:creationId xmlns:a16="http://schemas.microsoft.com/office/drawing/2014/main" id="{00F9A345-00CC-F995-8AC4-3D100F4B368A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78905" y="372721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Elbow Connector 227">
            <a:extLst>
              <a:ext uri="{FF2B5EF4-FFF2-40B4-BE49-F238E27FC236}">
                <a16:creationId xmlns:a16="http://schemas.microsoft.com/office/drawing/2014/main" id="{CFA5A421-3756-3699-CF51-6057C907EC1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60882" y="3730815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Elbow Connector 228">
            <a:extLst>
              <a:ext uri="{FF2B5EF4-FFF2-40B4-BE49-F238E27FC236}">
                <a16:creationId xmlns:a16="http://schemas.microsoft.com/office/drawing/2014/main" id="{D7512B6C-F832-4432-9055-E03E42403EED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15719" y="373036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0" name="TextBox 229">
            <a:extLst>
              <a:ext uri="{FF2B5EF4-FFF2-40B4-BE49-F238E27FC236}">
                <a16:creationId xmlns:a16="http://schemas.microsoft.com/office/drawing/2014/main" id="{9443780E-863C-EFF3-D7E3-EAFEDF433907}"/>
              </a:ext>
            </a:extLst>
          </p:cNvPr>
          <p:cNvSpPr txBox="1"/>
          <p:nvPr/>
        </p:nvSpPr>
        <p:spPr>
          <a:xfrm>
            <a:off x="696040" y="7444206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single-core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9BEC7D49-F9B6-C178-2C6B-71493D615E82}"/>
              </a:ext>
            </a:extLst>
          </p:cNvPr>
          <p:cNvSpPr txBox="1"/>
          <p:nvPr/>
        </p:nvSpPr>
        <p:spPr>
          <a:xfrm>
            <a:off x="2267504" y="7444206"/>
            <a:ext cx="1682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double-core CE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EE745F1F-913E-6884-1859-F8FE95AF5D09}"/>
              </a:ext>
            </a:extLst>
          </p:cNvPr>
          <p:cNvSpPr txBox="1"/>
          <p:nvPr/>
        </p:nvSpPr>
        <p:spPr>
          <a:xfrm>
            <a:off x="3577388" y="7475584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 + SMT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05AAA9E7-6BD4-6888-42D0-98CE393C075C}"/>
              </a:ext>
            </a:extLst>
          </p:cNvPr>
          <p:cNvSpPr txBox="1"/>
          <p:nvPr/>
        </p:nvSpPr>
        <p:spPr>
          <a:xfrm>
            <a:off x="5058564" y="7444190"/>
            <a:ext cx="1682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CEE+CEE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53DA5ED9-ECB7-7B9B-6A80-817D05ACC03C}"/>
              </a:ext>
            </a:extLst>
          </p:cNvPr>
          <p:cNvSpPr txBox="1"/>
          <p:nvPr/>
        </p:nvSpPr>
        <p:spPr>
          <a:xfrm>
            <a:off x="-1473208" y="7419532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classic CE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7A476E58-0A6B-C923-DB13-710C6B1D1F95}"/>
              </a:ext>
            </a:extLst>
          </p:cNvPr>
          <p:cNvSpPr txBox="1"/>
          <p:nvPr/>
        </p:nvSpPr>
        <p:spPr>
          <a:xfrm>
            <a:off x="6089587" y="7420056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NON+CEE</a:t>
            </a:r>
            <a:endParaRPr lang="en-US" sz="1200" dirty="0"/>
          </a:p>
        </p:txBody>
      </p: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A4D38451-FDB8-B93D-518C-2817B9D2DC78}"/>
              </a:ext>
            </a:extLst>
          </p:cNvPr>
          <p:cNvCxnSpPr>
            <a:cxnSpLocks/>
          </p:cNvCxnSpPr>
          <p:nvPr/>
        </p:nvCxnSpPr>
        <p:spPr>
          <a:xfrm>
            <a:off x="-120626" y="5990855"/>
            <a:ext cx="7991038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7" name="Elbow Connector 236">
            <a:extLst>
              <a:ext uri="{FF2B5EF4-FFF2-40B4-BE49-F238E27FC236}">
                <a16:creationId xmlns:a16="http://schemas.microsoft.com/office/drawing/2014/main" id="{FF7E7FD7-AC5F-88A3-9982-DD57EFE0D2F7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16177" y="599320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8" name="Elbow Connector 237">
            <a:extLst>
              <a:ext uri="{FF2B5EF4-FFF2-40B4-BE49-F238E27FC236}">
                <a16:creationId xmlns:a16="http://schemas.microsoft.com/office/drawing/2014/main" id="{4ACE546A-2FF5-1FBE-395E-B862465691A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848678" y="600258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9" name="Elbow Connector 238">
            <a:extLst>
              <a:ext uri="{FF2B5EF4-FFF2-40B4-BE49-F238E27FC236}">
                <a16:creationId xmlns:a16="http://schemas.microsoft.com/office/drawing/2014/main" id="{E1E4B2AC-E11D-691B-7D18-F66E26021326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42906" y="599488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0" name="Elbow Connector 239">
            <a:extLst>
              <a:ext uri="{FF2B5EF4-FFF2-40B4-BE49-F238E27FC236}">
                <a16:creationId xmlns:a16="http://schemas.microsoft.com/office/drawing/2014/main" id="{D7F0249E-BC54-ED87-12E8-A92B1934A28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92599" y="5990061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1" name="Elbow Connector 240">
            <a:extLst>
              <a:ext uri="{FF2B5EF4-FFF2-40B4-BE49-F238E27FC236}">
                <a16:creationId xmlns:a16="http://schemas.microsoft.com/office/drawing/2014/main" id="{EF57640E-9107-D849-849E-3D8D8950383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-447188" y="599365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2" name="Elbow Connector 241">
            <a:extLst>
              <a:ext uri="{FF2B5EF4-FFF2-40B4-BE49-F238E27FC236}">
                <a16:creationId xmlns:a16="http://schemas.microsoft.com/office/drawing/2014/main" id="{8EB52088-2022-A7BD-B705-4D0877D1BAA1}"/>
              </a:ext>
            </a:extLst>
          </p:cNvPr>
          <p:cNvCxnSpPr>
            <a:cxnSpLocks/>
          </p:cNvCxnSpPr>
          <p:nvPr/>
        </p:nvCxnSpPr>
        <p:spPr>
          <a:xfrm rot="10800000" flipV="1">
            <a:off x="-402025" y="6008702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43" name="Picture 242">
            <a:extLst>
              <a:ext uri="{FF2B5EF4-FFF2-40B4-BE49-F238E27FC236}">
                <a16:creationId xmlns:a16="http://schemas.microsoft.com/office/drawing/2014/main" id="{FDACF5B9-435C-C6F7-C55B-FB0F8879247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-1070478" y="4380533"/>
            <a:ext cx="1309517" cy="372909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75B2E2E4-3811-A422-1056-2F8687F9D9D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4345" y="4380533"/>
            <a:ext cx="1309517" cy="372909"/>
          </a:xfrm>
          <a:prstGeom prst="rect">
            <a:avLst/>
          </a:prstGeom>
        </p:spPr>
      </p:pic>
      <p:pic>
        <p:nvPicPr>
          <p:cNvPr id="245" name="Picture 244">
            <a:extLst>
              <a:ext uri="{FF2B5EF4-FFF2-40B4-BE49-F238E27FC236}">
                <a16:creationId xmlns:a16="http://schemas.microsoft.com/office/drawing/2014/main" id="{831637D9-B907-93EE-3DAC-145CFCF099B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345084" y="4378036"/>
            <a:ext cx="1309517" cy="372909"/>
          </a:xfrm>
          <a:prstGeom prst="rect">
            <a:avLst/>
          </a:pr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413456F7-95FC-F440-4427-1D08D7FBD17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76695" y="4378036"/>
            <a:ext cx="1309517" cy="372909"/>
          </a:xfrm>
          <a:prstGeom prst="rect">
            <a:avLst/>
          </a:prstGeom>
        </p:spPr>
      </p:pic>
      <p:pic>
        <p:nvPicPr>
          <p:cNvPr id="247" name="Picture 246">
            <a:extLst>
              <a:ext uri="{FF2B5EF4-FFF2-40B4-BE49-F238E27FC236}">
                <a16:creationId xmlns:a16="http://schemas.microsoft.com/office/drawing/2014/main" id="{9C640A74-7EB6-A0E6-89AA-CD700F3AF43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529856" y="4359517"/>
            <a:ext cx="1309517" cy="372909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40B833B7-7049-5974-23A5-DD477767813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1467" y="4359517"/>
            <a:ext cx="1309517" cy="372909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7DF9BE5C-2CA7-248B-DD5A-E9B2609BA995}"/>
              </a:ext>
            </a:extLst>
          </p:cNvPr>
          <p:cNvSpPr txBox="1"/>
          <p:nvPr/>
        </p:nvSpPr>
        <p:spPr>
          <a:xfrm>
            <a:off x="7350481" y="7407302"/>
            <a:ext cx="22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CEE+NON</a:t>
            </a:r>
            <a:endParaRPr lang="en-US" sz="1200" dirty="0"/>
          </a:p>
        </p:txBody>
      </p:sp>
      <p:cxnSp>
        <p:nvCxnSpPr>
          <p:cNvPr id="250" name="Elbow Connector 249">
            <a:extLst>
              <a:ext uri="{FF2B5EF4-FFF2-40B4-BE49-F238E27FC236}">
                <a16:creationId xmlns:a16="http://schemas.microsoft.com/office/drawing/2014/main" id="{8FA73F95-EB35-C5B4-82B2-B7DB66C4BEF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19768" y="5989700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1" name="Elbow Connector 250">
            <a:extLst>
              <a:ext uri="{FF2B5EF4-FFF2-40B4-BE49-F238E27FC236}">
                <a16:creationId xmlns:a16="http://schemas.microsoft.com/office/drawing/2014/main" id="{8B73DCDF-B0EC-247C-F825-DDABB4394D5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541210" y="598724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2" name="Elbow Connector 251">
            <a:extLst>
              <a:ext uri="{FF2B5EF4-FFF2-40B4-BE49-F238E27FC236}">
                <a16:creationId xmlns:a16="http://schemas.microsoft.com/office/drawing/2014/main" id="{A56F9156-F590-EC57-8B62-948D48ECD6C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073160" y="5987249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3" name="Elbow Connector 252">
            <a:extLst>
              <a:ext uri="{FF2B5EF4-FFF2-40B4-BE49-F238E27FC236}">
                <a16:creationId xmlns:a16="http://schemas.microsoft.com/office/drawing/2014/main" id="{726530DE-685E-AE20-0979-3A914BDFF4C8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0582323" y="6001906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4" name="TextBox 253">
            <a:extLst>
              <a:ext uri="{FF2B5EF4-FFF2-40B4-BE49-F238E27FC236}">
                <a16:creationId xmlns:a16="http://schemas.microsoft.com/office/drawing/2014/main" id="{6C6E0A91-ACDA-CF34-2D7B-DA2F805F2E09}"/>
              </a:ext>
            </a:extLst>
          </p:cNvPr>
          <p:cNvSpPr txBox="1"/>
          <p:nvPr/>
        </p:nvSpPr>
        <p:spPr>
          <a:xfrm>
            <a:off x="8641753" y="7374279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radiative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85E40A35-B132-748A-E5CC-7B88B73A8A18}"/>
              </a:ext>
            </a:extLst>
          </p:cNvPr>
          <p:cNvSpPr txBox="1"/>
          <p:nvPr/>
        </p:nvSpPr>
        <p:spPr>
          <a:xfrm>
            <a:off x="11444159" y="7374279"/>
            <a:ext cx="22380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sz="1200" dirty="0"/>
              <a:t>with CE 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C3BEE844-13A8-726F-CD55-3601BCA5DE63}"/>
              </a:ext>
            </a:extLst>
          </p:cNvPr>
          <p:cNvSpPr txBox="1"/>
          <p:nvPr/>
        </p:nvSpPr>
        <p:spPr>
          <a:xfrm>
            <a:off x="10082307" y="7374279"/>
            <a:ext cx="2238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convective</a:t>
            </a:r>
            <a:br>
              <a:rPr lang="en-US" dirty="0"/>
            </a:br>
            <a:r>
              <a:rPr lang="en-US" dirty="0"/>
              <a:t>CE</a:t>
            </a:r>
            <a:endParaRPr lang="en-US" sz="1200" dirty="0"/>
          </a:p>
        </p:txBody>
      </p:sp>
      <p:pic>
        <p:nvPicPr>
          <p:cNvPr id="257" name="Picture 256">
            <a:extLst>
              <a:ext uri="{FF2B5EF4-FFF2-40B4-BE49-F238E27FC236}">
                <a16:creationId xmlns:a16="http://schemas.microsoft.com/office/drawing/2014/main" id="{84273999-5F2F-6F2C-0CB1-E0CCD82C9DA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-1019157" y="6920776"/>
            <a:ext cx="1309517" cy="372908"/>
          </a:xfrm>
          <a:prstGeom prst="rect">
            <a:avLst/>
          </a:prstGeom>
        </p:spPr>
      </p:pic>
      <p:pic>
        <p:nvPicPr>
          <p:cNvPr id="258" name="Picture 257">
            <a:extLst>
              <a:ext uri="{FF2B5EF4-FFF2-40B4-BE49-F238E27FC236}">
                <a16:creationId xmlns:a16="http://schemas.microsoft.com/office/drawing/2014/main" id="{2BB20182-0DB8-F046-2040-CBDDCBE39EA7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55666" y="6920776"/>
            <a:ext cx="1309517" cy="372908"/>
          </a:xfrm>
          <a:prstGeom prst="rect">
            <a:avLst/>
          </a:prstGeom>
        </p:spPr>
      </p:pic>
      <p:pic>
        <p:nvPicPr>
          <p:cNvPr id="259" name="Picture 258">
            <a:extLst>
              <a:ext uri="{FF2B5EF4-FFF2-40B4-BE49-F238E27FC236}">
                <a16:creationId xmlns:a16="http://schemas.microsoft.com/office/drawing/2014/main" id="{8ECF0F45-0594-36E6-CF98-78E40965514E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2396405" y="6918279"/>
            <a:ext cx="1309517" cy="372908"/>
          </a:xfrm>
          <a:prstGeom prst="rect">
            <a:avLst/>
          </a:prstGeom>
        </p:spPr>
      </p:pic>
      <p:pic>
        <p:nvPicPr>
          <p:cNvPr id="260" name="Picture 259">
            <a:extLst>
              <a:ext uri="{FF2B5EF4-FFF2-40B4-BE49-F238E27FC236}">
                <a16:creationId xmlns:a16="http://schemas.microsoft.com/office/drawing/2014/main" id="{D84B26F9-B0BD-225D-51BF-682ADD137B72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3749047" y="6918279"/>
            <a:ext cx="1309517" cy="372908"/>
          </a:xfrm>
          <a:prstGeom prst="rect">
            <a:avLst/>
          </a:prstGeom>
        </p:spPr>
      </p:pic>
      <p:pic>
        <p:nvPicPr>
          <p:cNvPr id="261" name="Picture 260">
            <a:extLst>
              <a:ext uri="{FF2B5EF4-FFF2-40B4-BE49-F238E27FC236}">
                <a16:creationId xmlns:a16="http://schemas.microsoft.com/office/drawing/2014/main" id="{9B5DA7E9-9422-6ABC-6EC4-08877E73790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147226" y="6899760"/>
            <a:ext cx="1309517" cy="372908"/>
          </a:xfrm>
          <a:prstGeom prst="rect">
            <a:avLst/>
          </a:prstGeom>
        </p:spPr>
      </p:pic>
      <p:pic>
        <p:nvPicPr>
          <p:cNvPr id="262" name="Picture 261">
            <a:extLst>
              <a:ext uri="{FF2B5EF4-FFF2-40B4-BE49-F238E27FC236}">
                <a16:creationId xmlns:a16="http://schemas.microsoft.com/office/drawing/2014/main" id="{AC4FC52E-1162-E9C1-8E6B-E873C3BD47E2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6592858" y="6899760"/>
            <a:ext cx="1309517" cy="372908"/>
          </a:xfrm>
          <a:prstGeom prst="rect">
            <a:avLst/>
          </a:prstGeom>
        </p:spPr>
      </p:pic>
      <p:pic>
        <p:nvPicPr>
          <p:cNvPr id="263" name="Picture 262">
            <a:extLst>
              <a:ext uri="{FF2B5EF4-FFF2-40B4-BE49-F238E27FC236}">
                <a16:creationId xmlns:a16="http://schemas.microsoft.com/office/drawing/2014/main" id="{424D8F2C-C7BE-8806-16F8-8BE7DD5DCFB5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15334" y="6895571"/>
            <a:ext cx="1309517" cy="372908"/>
          </a:xfrm>
          <a:prstGeom prst="rect">
            <a:avLst/>
          </a:prstGeom>
        </p:spPr>
      </p:pic>
      <p:pic>
        <p:nvPicPr>
          <p:cNvPr id="264" name="Picture 263">
            <a:extLst>
              <a:ext uri="{FF2B5EF4-FFF2-40B4-BE49-F238E27FC236}">
                <a16:creationId xmlns:a16="http://schemas.microsoft.com/office/drawing/2014/main" id="{B42CAC6E-CE1A-9712-B714-16B7D6BE753F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9059489" y="6895571"/>
            <a:ext cx="1309517" cy="372908"/>
          </a:xfrm>
          <a:prstGeom prst="rect">
            <a:avLst/>
          </a:prstGeom>
        </p:spPr>
      </p:pic>
      <p:pic>
        <p:nvPicPr>
          <p:cNvPr id="265" name="Picture 264">
            <a:extLst>
              <a:ext uri="{FF2B5EF4-FFF2-40B4-BE49-F238E27FC236}">
                <a16:creationId xmlns:a16="http://schemas.microsoft.com/office/drawing/2014/main" id="{8DB1B97F-2FC5-9C2F-3473-01AD602F6827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457668" y="6877052"/>
            <a:ext cx="1309517" cy="372908"/>
          </a:xfrm>
          <a:prstGeom prst="rect">
            <a:avLst/>
          </a:prstGeom>
        </p:spPr>
      </p:pic>
      <p:pic>
        <p:nvPicPr>
          <p:cNvPr id="266" name="Picture 265">
            <a:extLst>
              <a:ext uri="{FF2B5EF4-FFF2-40B4-BE49-F238E27FC236}">
                <a16:creationId xmlns:a16="http://schemas.microsoft.com/office/drawing/2014/main" id="{526A2B2D-85CA-8725-D6E6-7B891F9B2B3F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11903300" y="6877052"/>
            <a:ext cx="1309517" cy="372908"/>
          </a:xfrm>
          <a:prstGeom prst="rect">
            <a:avLst/>
          </a:prstGeom>
        </p:spPr>
      </p:pic>
      <p:sp>
        <p:nvSpPr>
          <p:cNvPr id="267" name="TextBox 266">
            <a:extLst>
              <a:ext uri="{FF2B5EF4-FFF2-40B4-BE49-F238E27FC236}">
                <a16:creationId xmlns:a16="http://schemas.microsoft.com/office/drawing/2014/main" id="{ED70FF02-757F-D174-9416-87AC94165DBA}"/>
              </a:ext>
            </a:extLst>
          </p:cNvPr>
          <p:cNvSpPr txBox="1"/>
          <p:nvPr/>
        </p:nvSpPr>
        <p:spPr>
          <a:xfrm>
            <a:off x="221023" y="3088139"/>
            <a:ext cx="201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without CE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1784444E-A1EF-57DD-5785-02305AF52A98}"/>
              </a:ext>
            </a:extLst>
          </p:cNvPr>
          <p:cNvSpPr txBox="1"/>
          <p:nvPr/>
        </p:nvSpPr>
        <p:spPr>
          <a:xfrm>
            <a:off x="8699780" y="5421137"/>
            <a:ext cx="1679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 with CE</a:t>
            </a:r>
          </a:p>
        </p:txBody>
      </p:sp>
    </p:spTree>
    <p:extLst>
      <p:ext uri="{BB962C8B-B14F-4D97-AF65-F5344CB8AC3E}">
        <p14:creationId xmlns:p14="http://schemas.microsoft.com/office/powerpoint/2010/main" val="4058313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5A72A-84B2-8546-E305-DC28F95B9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FB1A4C8-80A9-D4E8-8CF9-C10F480A8710}"/>
              </a:ext>
            </a:extLst>
          </p:cNvPr>
          <p:cNvGrpSpPr/>
          <p:nvPr/>
        </p:nvGrpSpPr>
        <p:grpSpPr>
          <a:xfrm>
            <a:off x="-1248451" y="637806"/>
            <a:ext cx="15267635" cy="7591794"/>
            <a:chOff x="-1544603" y="614657"/>
            <a:chExt cx="15267635" cy="7591794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052CBCBA-6C17-01F3-BD43-873B488DF68D}"/>
                </a:ext>
              </a:extLst>
            </p:cNvPr>
            <p:cNvSpPr/>
            <p:nvPr/>
          </p:nvSpPr>
          <p:spPr>
            <a:xfrm>
              <a:off x="-1544603" y="614657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002C8BD-C62F-B05F-5159-7660FCEA6DD4}"/>
                </a:ext>
              </a:extLst>
            </p:cNvPr>
            <p:cNvCxnSpPr>
              <a:cxnSpLocks/>
            </p:cNvCxnSpPr>
            <p:nvPr/>
          </p:nvCxnSpPr>
          <p:spPr>
            <a:xfrm>
              <a:off x="2261539" y="85053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1EDAA8E-3DC7-2EBD-FFEA-DC26864CB250}"/>
                </a:ext>
              </a:extLst>
            </p:cNvPr>
            <p:cNvCxnSpPr>
              <a:cxnSpLocks/>
            </p:cNvCxnSpPr>
            <p:nvPr/>
          </p:nvCxnSpPr>
          <p:spPr>
            <a:xfrm>
              <a:off x="2253934" y="843982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529E40D3-BAD2-26C3-02E9-8C768938C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599172" y="1669832"/>
              <a:ext cx="1309525" cy="372909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4F4A040-23AD-262D-2220-196000E1A029}"/>
                </a:ext>
              </a:extLst>
            </p:cNvPr>
            <p:cNvSpPr txBox="1"/>
            <p:nvPr/>
          </p:nvSpPr>
          <p:spPr>
            <a:xfrm>
              <a:off x="-424550" y="1090857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0B1ACC2-C67E-7DD3-5EFC-AFC8A2E3E81B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5" y="877174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B3F3459-A984-4634-E415-E0AEE905AE92}"/>
                </a:ext>
              </a:extLst>
            </p:cNvPr>
            <p:cNvCxnSpPr>
              <a:cxnSpLocks/>
            </p:cNvCxnSpPr>
            <p:nvPr/>
          </p:nvCxnSpPr>
          <p:spPr>
            <a:xfrm>
              <a:off x="5477240" y="858558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7EAF18D-010C-77FB-063A-2D57DB0FF57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08070" y="1669832"/>
              <a:ext cx="1309517" cy="37290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50E14DB-1D08-1749-FB55-257D33808A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42947" y="1669832"/>
              <a:ext cx="1309517" cy="37290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549B13B-97CB-4C89-C98A-A39B21137BD6}"/>
                </a:ext>
              </a:extLst>
            </p:cNvPr>
            <p:cNvSpPr txBox="1"/>
            <p:nvPr/>
          </p:nvSpPr>
          <p:spPr>
            <a:xfrm>
              <a:off x="868588" y="2017103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4E7190-3113-8C5E-C658-2D50C7AAB155}"/>
                </a:ext>
              </a:extLst>
            </p:cNvPr>
            <p:cNvSpPr txBox="1"/>
            <p:nvPr/>
          </p:nvSpPr>
          <p:spPr>
            <a:xfrm>
              <a:off x="7144893" y="2011851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FD9FF2E-D010-7044-C78A-F7B9D5322C58}"/>
                </a:ext>
              </a:extLst>
            </p:cNvPr>
            <p:cNvSpPr txBox="1"/>
            <p:nvPr/>
          </p:nvSpPr>
          <p:spPr>
            <a:xfrm>
              <a:off x="5114835" y="2014792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D9EF62D-6C6E-CBAA-CE7D-3D5CDEA85464}"/>
                </a:ext>
              </a:extLst>
            </p:cNvPr>
            <p:cNvSpPr txBox="1"/>
            <p:nvPr/>
          </p:nvSpPr>
          <p:spPr>
            <a:xfrm>
              <a:off x="4861096" y="2261182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7EA3C0E-ABFF-1667-F03B-678F9636E9F8}"/>
                </a:ext>
              </a:extLst>
            </p:cNvPr>
            <p:cNvCxnSpPr>
              <a:cxnSpLocks/>
            </p:cNvCxnSpPr>
            <p:nvPr/>
          </p:nvCxnSpPr>
          <p:spPr>
            <a:xfrm>
              <a:off x="2290356" y="2536143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C8CA322-FB55-62FD-C490-2AB0644DE215}"/>
                </a:ext>
              </a:extLst>
            </p:cNvPr>
            <p:cNvSpPr txBox="1"/>
            <p:nvPr/>
          </p:nvSpPr>
          <p:spPr>
            <a:xfrm>
              <a:off x="552504" y="4870371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EDC2367-D136-32CE-EE18-3FB4E686CAC5}"/>
                </a:ext>
              </a:extLst>
            </p:cNvPr>
            <p:cNvSpPr txBox="1"/>
            <p:nvPr/>
          </p:nvSpPr>
          <p:spPr>
            <a:xfrm>
              <a:off x="2072589" y="487196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9CCAC6D-7C8C-AED6-B4BA-4D75C0B573E4}"/>
                </a:ext>
              </a:extLst>
            </p:cNvPr>
            <p:cNvSpPr txBox="1"/>
            <p:nvPr/>
          </p:nvSpPr>
          <p:spPr>
            <a:xfrm>
              <a:off x="3676618" y="490609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F20D618-B5F8-7460-2D4C-E7DF9878B357}"/>
                </a:ext>
              </a:extLst>
            </p:cNvPr>
            <p:cNvSpPr txBox="1"/>
            <p:nvPr/>
          </p:nvSpPr>
          <p:spPr>
            <a:xfrm>
              <a:off x="5280566" y="488975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1117C8E-043D-5895-0167-9B193B533352}"/>
                </a:ext>
              </a:extLst>
            </p:cNvPr>
            <p:cNvSpPr txBox="1"/>
            <p:nvPr/>
          </p:nvSpPr>
          <p:spPr>
            <a:xfrm>
              <a:off x="-1376486" y="4865079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5B6E07C-FE8D-A5D5-4EA3-2C1CC30E4741}"/>
                </a:ext>
              </a:extLst>
            </p:cNvPr>
            <p:cNvSpPr txBox="1"/>
            <p:nvPr/>
          </p:nvSpPr>
          <p:spPr>
            <a:xfrm>
              <a:off x="6666755" y="4865603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7C31975F-FA89-B3CD-BD4B-11095C694FFA}"/>
                </a:ext>
              </a:extLst>
            </p:cNvPr>
            <p:cNvCxnSpPr>
              <a:cxnSpLocks/>
            </p:cNvCxnSpPr>
            <p:nvPr/>
          </p:nvCxnSpPr>
          <p:spPr>
            <a:xfrm>
              <a:off x="-147890" y="363787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4C27DEDE-D347-40E5-DA18-10878079B4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58036" y="5904181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D651D50B-4AD6-FE85-BE98-6DFD8E342485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3" y="2455137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81D4A119-811B-C856-525E-44E97698521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893345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F7F4AD36-5A90-4D20-66C3-4D3FA526147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24369" y="364960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Elbow Connector 88">
              <a:extLst>
                <a:ext uri="{FF2B5EF4-FFF2-40B4-BE49-F238E27FC236}">
                  <a16:creationId xmlns:a16="http://schemas.microsoft.com/office/drawing/2014/main" id="{C4568935-C92A-3A8C-6326-09A51FB5FB6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17119" y="36419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Elbow Connector 89">
              <a:extLst>
                <a:ext uri="{FF2B5EF4-FFF2-40B4-BE49-F238E27FC236}">
                  <a16:creationId xmlns:a16="http://schemas.microsoft.com/office/drawing/2014/main" id="{FB64C245-A71E-5CEB-EC8D-BC5DFEF541C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65335" y="363708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Elbow Connector 90">
              <a:extLst>
                <a:ext uri="{FF2B5EF4-FFF2-40B4-BE49-F238E27FC236}">
                  <a16:creationId xmlns:a16="http://schemas.microsoft.com/office/drawing/2014/main" id="{6FB69BAE-09A2-0F35-A655-A946D4D3B8C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74452" y="364068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Elbow Connector 91">
              <a:extLst>
                <a:ext uri="{FF2B5EF4-FFF2-40B4-BE49-F238E27FC236}">
                  <a16:creationId xmlns:a16="http://schemas.microsoft.com/office/drawing/2014/main" id="{0A2DCFBE-0650-60CD-6C1B-9A19AD4109D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29289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E7850F1-A187-9C90-190A-4EC92559F69D}"/>
                </a:ext>
              </a:extLst>
            </p:cNvPr>
            <p:cNvSpPr txBox="1"/>
            <p:nvPr/>
          </p:nvSpPr>
          <p:spPr>
            <a:xfrm>
              <a:off x="3563818" y="738544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147B5FB-3577-17A5-8111-6A9A42AF8A02}"/>
                </a:ext>
              </a:extLst>
            </p:cNvPr>
            <p:cNvSpPr txBox="1"/>
            <p:nvPr/>
          </p:nvSpPr>
          <p:spPr>
            <a:xfrm>
              <a:off x="5044994" y="735405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C6862E4-B5AA-301F-AD3E-B646DD7726B0}"/>
                </a:ext>
              </a:extLst>
            </p:cNvPr>
            <p:cNvSpPr txBox="1"/>
            <p:nvPr/>
          </p:nvSpPr>
          <p:spPr>
            <a:xfrm>
              <a:off x="-1486778" y="732939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3FBAF5CF-C269-28B7-82FE-AF8E7CCF2E4E}"/>
                </a:ext>
              </a:extLst>
            </p:cNvPr>
            <p:cNvSpPr txBox="1"/>
            <p:nvPr/>
          </p:nvSpPr>
          <p:spPr>
            <a:xfrm>
              <a:off x="6076017" y="7329921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59C25974-7918-EE0E-7B71-6358FBE3C650}"/>
                </a:ext>
              </a:extLst>
            </p:cNvPr>
            <p:cNvCxnSpPr>
              <a:cxnSpLocks/>
            </p:cNvCxnSpPr>
            <p:nvPr/>
          </p:nvCxnSpPr>
          <p:spPr>
            <a:xfrm>
              <a:off x="-134196" y="5900720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Elbow Connector 99">
              <a:extLst>
                <a:ext uri="{FF2B5EF4-FFF2-40B4-BE49-F238E27FC236}">
                  <a16:creationId xmlns:a16="http://schemas.microsoft.com/office/drawing/2014/main" id="{C3EC23E9-B791-889C-6889-98A386E00B6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02607" y="59030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Elbow Connector 100">
              <a:extLst>
                <a:ext uri="{FF2B5EF4-FFF2-40B4-BE49-F238E27FC236}">
                  <a16:creationId xmlns:a16="http://schemas.microsoft.com/office/drawing/2014/main" id="{E05FE4AE-5040-D5AA-1799-378CC7BEA85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35108" y="591244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Elbow Connector 101">
              <a:extLst>
                <a:ext uri="{FF2B5EF4-FFF2-40B4-BE49-F238E27FC236}">
                  <a16:creationId xmlns:a16="http://schemas.microsoft.com/office/drawing/2014/main" id="{F7AE29D8-2245-DF0C-0772-CFB5678ED54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29336" y="590475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Elbow Connector 102">
              <a:extLst>
                <a:ext uri="{FF2B5EF4-FFF2-40B4-BE49-F238E27FC236}">
                  <a16:creationId xmlns:a16="http://schemas.microsoft.com/office/drawing/2014/main" id="{F775E252-AEE3-8B8A-0DDD-111CB79DBCE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9029" y="589992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Elbow Connector 103">
              <a:extLst>
                <a:ext uri="{FF2B5EF4-FFF2-40B4-BE49-F238E27FC236}">
                  <a16:creationId xmlns:a16="http://schemas.microsoft.com/office/drawing/2014/main" id="{D806C853-58AF-FB52-3479-0410499F7AB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758" y="590352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Elbow Connector 104">
              <a:extLst>
                <a:ext uri="{FF2B5EF4-FFF2-40B4-BE49-F238E27FC236}">
                  <a16:creationId xmlns:a16="http://schemas.microsoft.com/office/drawing/2014/main" id="{06458819-262D-6A13-A26A-F99FCCB6DDC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595" y="59185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97F9036B-4742-4040-4943-2FC9536B5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84048" y="4290398"/>
              <a:ext cx="1309517" cy="372909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E85FE020-A202-963C-6208-25497B973E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0775" y="4290398"/>
              <a:ext cx="1309517" cy="372909"/>
            </a:xfrm>
            <a:prstGeom prst="rect">
              <a:avLst/>
            </a:prstGeom>
          </p:spPr>
        </p:pic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79228CC6-797B-B075-7FE1-1D46D432EE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31514" y="4287901"/>
              <a:ext cx="1309517" cy="372909"/>
            </a:xfrm>
            <a:prstGeom prst="rect">
              <a:avLst/>
            </a:prstGeom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84EAE838-03C7-055B-0D54-4EA25D418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63125" y="4287901"/>
              <a:ext cx="1309517" cy="372909"/>
            </a:xfrm>
            <a:prstGeom prst="rect">
              <a:avLst/>
            </a:prstGeom>
          </p:spPr>
        </p:pic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117DBC39-34B3-BEEC-14EF-44FF552173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16286" y="4269382"/>
              <a:ext cx="1309517" cy="37290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62144E64-F04E-6CE7-0BBD-3058459AB5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47897" y="4269382"/>
              <a:ext cx="1309517" cy="372909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425875FB-E738-3A99-85B3-14990FF3FEAD}"/>
                </a:ext>
              </a:extLst>
            </p:cNvPr>
            <p:cNvSpPr txBox="1"/>
            <p:nvPr/>
          </p:nvSpPr>
          <p:spPr>
            <a:xfrm>
              <a:off x="7336911" y="731716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13" name="Elbow Connector 112">
              <a:extLst>
                <a:ext uri="{FF2B5EF4-FFF2-40B4-BE49-F238E27FC236}">
                  <a16:creationId xmlns:a16="http://schemas.microsoft.com/office/drawing/2014/main" id="{4E3E4465-0614-0454-E953-D7AAD858F85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06198" y="58995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Elbow Connector 113">
              <a:extLst>
                <a:ext uri="{FF2B5EF4-FFF2-40B4-BE49-F238E27FC236}">
                  <a16:creationId xmlns:a16="http://schemas.microsoft.com/office/drawing/2014/main" id="{6FEF7F82-674D-B220-6BF2-DCC6C920EA9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27640" y="589711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Elbow Connector 114">
              <a:extLst>
                <a:ext uri="{FF2B5EF4-FFF2-40B4-BE49-F238E27FC236}">
                  <a16:creationId xmlns:a16="http://schemas.microsoft.com/office/drawing/2014/main" id="{52E18824-C238-6E36-7F67-2EB6294C0FD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59590" y="589711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Elbow Connector 115">
              <a:extLst>
                <a:ext uri="{FF2B5EF4-FFF2-40B4-BE49-F238E27FC236}">
                  <a16:creationId xmlns:a16="http://schemas.microsoft.com/office/drawing/2014/main" id="{3531A758-70AE-35F0-0551-FE7B886E508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68753" y="591177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21" name="Picture 120">
              <a:extLst>
                <a:ext uri="{FF2B5EF4-FFF2-40B4-BE49-F238E27FC236}">
                  <a16:creationId xmlns:a16="http://schemas.microsoft.com/office/drawing/2014/main" id="{840EB530-DC0B-DF8C-A4BC-344C7F9B94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32727" y="6830641"/>
              <a:ext cx="1309517" cy="372908"/>
            </a:xfrm>
            <a:prstGeom prst="rect">
              <a:avLst/>
            </a:prstGeom>
          </p:spPr>
        </p:pic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B40CCE85-2A26-ACC3-5B96-D541B1767E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42096" y="6830641"/>
              <a:ext cx="1309517" cy="372908"/>
            </a:xfrm>
            <a:prstGeom prst="rect">
              <a:avLst/>
            </a:prstGeom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8C4AF81-7D58-BE67-1784-F3B46D484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82835" y="6828144"/>
              <a:ext cx="1309517" cy="372908"/>
            </a:xfrm>
            <a:prstGeom prst="rect">
              <a:avLst/>
            </a:prstGeom>
          </p:spPr>
        </p:pic>
        <p:pic>
          <p:nvPicPr>
            <p:cNvPr id="124" name="Picture 123">
              <a:extLst>
                <a:ext uri="{FF2B5EF4-FFF2-40B4-BE49-F238E27FC236}">
                  <a16:creationId xmlns:a16="http://schemas.microsoft.com/office/drawing/2014/main" id="{891F355F-7BB0-3EFB-B51E-480C88E93E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35477" y="6828144"/>
              <a:ext cx="1309517" cy="372908"/>
            </a:xfrm>
            <a:prstGeom prst="rect">
              <a:avLst/>
            </a:prstGeom>
          </p:spPr>
        </p:pic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DAB4C1C2-D196-8AD1-263F-8F8EAC3859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33656" y="6809625"/>
              <a:ext cx="1309517" cy="372908"/>
            </a:xfrm>
            <a:prstGeom prst="rect">
              <a:avLst/>
            </a:prstGeom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F726556D-C635-43C5-BC18-908604C8E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79288" y="6809625"/>
              <a:ext cx="1309517" cy="372908"/>
            </a:xfrm>
            <a:prstGeom prst="rect">
              <a:avLst/>
            </a:prstGeom>
          </p:spPr>
        </p:pic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04183205-087D-0C55-FACF-A7E7EB055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01764" y="6805436"/>
              <a:ext cx="1309517" cy="372908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49E58061-FBC1-185C-07EB-4283B686E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45919" y="6805436"/>
              <a:ext cx="1309517" cy="372908"/>
            </a:xfrm>
            <a:prstGeom prst="rect">
              <a:avLst/>
            </a:prstGeom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6902787B-95B9-46C6-854F-1498BB810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44098" y="6786917"/>
              <a:ext cx="1309517" cy="372908"/>
            </a:xfrm>
            <a:prstGeom prst="rect">
              <a:avLst/>
            </a:prstGeom>
          </p:spPr>
        </p:pic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2C9B38D3-12E1-ED57-AFC7-D32720F13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889730" y="6786917"/>
              <a:ext cx="1309517" cy="372908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100CD31-1B7B-A94B-725A-8E6F78D12E59}"/>
                </a:ext>
              </a:extLst>
            </p:cNvPr>
            <p:cNvSpPr txBox="1"/>
            <p:nvPr/>
          </p:nvSpPr>
          <p:spPr>
            <a:xfrm>
              <a:off x="207453" y="2998004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F90DAB2-5616-160A-D3D1-22C4F82FA107}"/>
                </a:ext>
              </a:extLst>
            </p:cNvPr>
            <p:cNvSpPr txBox="1"/>
            <p:nvPr/>
          </p:nvSpPr>
          <p:spPr>
            <a:xfrm>
              <a:off x="8686210" y="5331002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460BB410-73A5-1F6F-BDF5-383D5F17E51F}"/>
                </a:ext>
              </a:extLst>
            </p:cNvPr>
            <p:cNvSpPr/>
            <p:nvPr/>
          </p:nvSpPr>
          <p:spPr>
            <a:xfrm>
              <a:off x="-1531033" y="615255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8DF629C9-1EBF-EE8D-A660-A73E77740499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851130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1712243-36D8-33B8-46D2-3A71E4D3CC98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844580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54AFBA1-94DF-5DC6-5BA8-7980A84FB3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670430"/>
              <a:ext cx="1309525" cy="372909"/>
            </a:xfrm>
            <a:prstGeom prst="rect">
              <a:avLst/>
            </a:prstGeom>
          </p:spPr>
        </p:pic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F81BE93C-219D-73ED-010A-20739DD5AA0D}"/>
                </a:ext>
              </a:extLst>
            </p:cNvPr>
            <p:cNvSpPr txBox="1"/>
            <p:nvPr/>
          </p:nvSpPr>
          <p:spPr>
            <a:xfrm>
              <a:off x="-410980" y="1091455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81F6CFAE-B10F-384B-465C-019D3F946142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87777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D2917CF8-0DEE-334F-7305-E8C528F3DA19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859156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26666250-A0D2-9D83-5264-0A807CA0F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670430"/>
              <a:ext cx="1309517" cy="372909"/>
            </a:xfrm>
            <a:prstGeom prst="rect">
              <a:avLst/>
            </a:prstGeom>
          </p:spPr>
        </p:pic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56EC7DD2-5DF6-598E-2C3C-E2FD074386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670430"/>
              <a:ext cx="1309517" cy="372909"/>
            </a:xfrm>
            <a:prstGeom prst="rect">
              <a:avLst/>
            </a:prstGeom>
          </p:spPr>
        </p:pic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1C917705-10B6-A3CE-B04D-432EC640EF21}"/>
                </a:ext>
              </a:extLst>
            </p:cNvPr>
            <p:cNvSpPr txBox="1"/>
            <p:nvPr/>
          </p:nvSpPr>
          <p:spPr>
            <a:xfrm>
              <a:off x="882158" y="2017701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4743DDA0-C7B3-3759-60FB-E70683E6AB01}"/>
                </a:ext>
              </a:extLst>
            </p:cNvPr>
            <p:cNvSpPr txBox="1"/>
            <p:nvPr/>
          </p:nvSpPr>
          <p:spPr>
            <a:xfrm>
              <a:off x="7158463" y="201244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180AECAD-55CB-ADBF-15F7-642C84A25272}"/>
                </a:ext>
              </a:extLst>
            </p:cNvPr>
            <p:cNvSpPr txBox="1"/>
            <p:nvPr/>
          </p:nvSpPr>
          <p:spPr>
            <a:xfrm>
              <a:off x="5128405" y="2015390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6BA2892E-48DE-EABA-FE3A-DD96574E90A5}"/>
                </a:ext>
              </a:extLst>
            </p:cNvPr>
            <p:cNvSpPr txBox="1"/>
            <p:nvPr/>
          </p:nvSpPr>
          <p:spPr>
            <a:xfrm>
              <a:off x="4874666" y="2261780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DD6BF2B6-575A-B8AE-7632-177E86DCE92A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536741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8968415F-3DAA-4F98-0EE9-948A3F1B246F}"/>
                </a:ext>
              </a:extLst>
            </p:cNvPr>
            <p:cNvSpPr txBox="1"/>
            <p:nvPr/>
          </p:nvSpPr>
          <p:spPr>
            <a:xfrm>
              <a:off x="566074" y="487096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84E9C9FA-7633-20B9-83D2-E9A0FDE8669C}"/>
                </a:ext>
              </a:extLst>
            </p:cNvPr>
            <p:cNvSpPr txBox="1"/>
            <p:nvPr/>
          </p:nvSpPr>
          <p:spPr>
            <a:xfrm>
              <a:off x="2086159" y="487256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B2062B71-D34A-421A-76D2-8319B6001BB3}"/>
                </a:ext>
              </a:extLst>
            </p:cNvPr>
            <p:cNvSpPr txBox="1"/>
            <p:nvPr/>
          </p:nvSpPr>
          <p:spPr>
            <a:xfrm>
              <a:off x="3690188" y="490669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4B815B62-9F9E-3B31-AEDA-F79DD866AE8A}"/>
                </a:ext>
              </a:extLst>
            </p:cNvPr>
            <p:cNvSpPr txBox="1"/>
            <p:nvPr/>
          </p:nvSpPr>
          <p:spPr>
            <a:xfrm>
              <a:off x="5294136" y="489035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81A5772E-5350-4E00-1A4E-A63E5A141DB5}"/>
                </a:ext>
              </a:extLst>
            </p:cNvPr>
            <p:cNvSpPr txBox="1"/>
            <p:nvPr/>
          </p:nvSpPr>
          <p:spPr>
            <a:xfrm>
              <a:off x="-1362916" y="486567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4834BF92-AAC8-36EF-6476-31DC1BB05704}"/>
                </a:ext>
              </a:extLst>
            </p:cNvPr>
            <p:cNvSpPr txBox="1"/>
            <p:nvPr/>
          </p:nvSpPr>
          <p:spPr>
            <a:xfrm>
              <a:off x="6680325" y="4866201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71F6C212-7A19-45DA-7F53-8AD074C09398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638476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69F69F83-120F-B2A8-AD03-5980689F7B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04779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CC935415-58E8-39FF-26F7-2A96095A465D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455735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Elbow Connector 155">
              <a:extLst>
                <a:ext uri="{FF2B5EF4-FFF2-40B4-BE49-F238E27FC236}">
                  <a16:creationId xmlns:a16="http://schemas.microsoft.com/office/drawing/2014/main" id="{1412B89A-B720-889F-9474-8D4B11CA71B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Elbow Connector 156">
              <a:extLst>
                <a:ext uri="{FF2B5EF4-FFF2-40B4-BE49-F238E27FC236}">
                  <a16:creationId xmlns:a16="http://schemas.microsoft.com/office/drawing/2014/main" id="{03023EBE-837D-752A-D249-E7BD965B5AC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65020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Elbow Connector 157">
              <a:extLst>
                <a:ext uri="{FF2B5EF4-FFF2-40B4-BE49-F238E27FC236}">
                  <a16:creationId xmlns:a16="http://schemas.microsoft.com/office/drawing/2014/main" id="{DFFE80B0-07F9-2564-2281-126A4ADC701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64250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Elbow Connector 158">
              <a:extLst>
                <a:ext uri="{FF2B5EF4-FFF2-40B4-BE49-F238E27FC236}">
                  <a16:creationId xmlns:a16="http://schemas.microsoft.com/office/drawing/2014/main" id="{46FEF92B-438B-D94D-7C19-1AFEE968173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6376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Elbow Connector 159">
              <a:extLst>
                <a:ext uri="{FF2B5EF4-FFF2-40B4-BE49-F238E27FC236}">
                  <a16:creationId xmlns:a16="http://schemas.microsoft.com/office/drawing/2014/main" id="{BB5EA656-2B7B-2721-6CF8-7BF8EC4EE31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64127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Elbow Connector 160">
              <a:extLst>
                <a:ext uri="{FF2B5EF4-FFF2-40B4-BE49-F238E27FC236}">
                  <a16:creationId xmlns:a16="http://schemas.microsoft.com/office/drawing/2014/main" id="{3E61BD9C-44CF-19A7-0150-BE68756C6D2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04105EE2-1E49-0A18-1DD6-AFE845E529CC}"/>
                </a:ext>
              </a:extLst>
            </p:cNvPr>
            <p:cNvSpPr txBox="1"/>
            <p:nvPr/>
          </p:nvSpPr>
          <p:spPr>
            <a:xfrm>
              <a:off x="3577388" y="738604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DD182FF0-5663-1CDA-5EC9-0F3B749F9890}"/>
                </a:ext>
              </a:extLst>
            </p:cNvPr>
            <p:cNvSpPr txBox="1"/>
            <p:nvPr/>
          </p:nvSpPr>
          <p:spPr>
            <a:xfrm>
              <a:off x="5058564" y="735465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CD14ADE-4EDD-0AB3-BB21-D42D14515B09}"/>
                </a:ext>
              </a:extLst>
            </p:cNvPr>
            <p:cNvSpPr txBox="1"/>
            <p:nvPr/>
          </p:nvSpPr>
          <p:spPr>
            <a:xfrm>
              <a:off x="-1473208" y="732999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F3285095-0FB8-654D-1241-938FB68DD0C7}"/>
                </a:ext>
              </a:extLst>
            </p:cNvPr>
            <p:cNvSpPr txBox="1"/>
            <p:nvPr/>
          </p:nvSpPr>
          <p:spPr>
            <a:xfrm>
              <a:off x="6089587" y="7330519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53FAB38E-6526-ADBC-05F5-A752417D3523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0131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Elbow Connector 168">
              <a:extLst>
                <a:ext uri="{FF2B5EF4-FFF2-40B4-BE49-F238E27FC236}">
                  <a16:creationId xmlns:a16="http://schemas.microsoft.com/office/drawing/2014/main" id="{B2F99505-4ECD-CB73-72B3-9C8A15F4FDC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036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0" name="Elbow Connector 169">
              <a:extLst>
                <a:ext uri="{FF2B5EF4-FFF2-40B4-BE49-F238E27FC236}">
                  <a16:creationId xmlns:a16="http://schemas.microsoft.com/office/drawing/2014/main" id="{BCD22EF3-1EA2-0961-E118-2D6C2B87A25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591304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1" name="Elbow Connector 170">
              <a:extLst>
                <a:ext uri="{FF2B5EF4-FFF2-40B4-BE49-F238E27FC236}">
                  <a16:creationId xmlns:a16="http://schemas.microsoft.com/office/drawing/2014/main" id="{9B32C69F-84DA-6C4F-50AF-FA480C440E9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0535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2" name="Elbow Connector 171">
              <a:extLst>
                <a:ext uri="{FF2B5EF4-FFF2-40B4-BE49-F238E27FC236}">
                  <a16:creationId xmlns:a16="http://schemas.microsoft.com/office/drawing/2014/main" id="{53B94232-9AFD-FBF6-42E0-E5763E449E0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0052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Elbow Connector 172">
              <a:extLst>
                <a:ext uri="{FF2B5EF4-FFF2-40B4-BE49-F238E27FC236}">
                  <a16:creationId xmlns:a16="http://schemas.microsoft.com/office/drawing/2014/main" id="{EF50A3B1-946B-364B-DF78-21C5A3FE9AF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0412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Elbow Connector 173">
              <a:extLst>
                <a:ext uri="{FF2B5EF4-FFF2-40B4-BE49-F238E27FC236}">
                  <a16:creationId xmlns:a16="http://schemas.microsoft.com/office/drawing/2014/main" id="{C2E1BA26-BFCA-2614-1079-43926DC1CB6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59191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215BF1E6-3325-1A0F-714A-73E4987E3B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290996"/>
              <a:ext cx="1309517" cy="372909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8F4F97B2-3B83-F237-F4E0-81DDD072C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290996"/>
              <a:ext cx="1309517" cy="372909"/>
            </a:xfrm>
            <a:prstGeom prst="rect">
              <a:avLst/>
            </a:prstGeom>
          </p:spPr>
        </p:pic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1796976E-0C72-FF60-745C-1C277373816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288499"/>
              <a:ext cx="1309517" cy="372909"/>
            </a:xfrm>
            <a:prstGeom prst="rect">
              <a:avLst/>
            </a:prstGeom>
          </p:spPr>
        </p:pic>
        <p:pic>
          <p:nvPicPr>
            <p:cNvPr id="178" name="Picture 177">
              <a:extLst>
                <a:ext uri="{FF2B5EF4-FFF2-40B4-BE49-F238E27FC236}">
                  <a16:creationId xmlns:a16="http://schemas.microsoft.com/office/drawing/2014/main" id="{6034D2EF-1869-E0DF-E601-89E30FA8DD9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288499"/>
              <a:ext cx="1309517" cy="372909"/>
            </a:xfrm>
            <a:prstGeom prst="rect">
              <a:avLst/>
            </a:prstGeom>
          </p:spPr>
        </p:pic>
        <p:pic>
          <p:nvPicPr>
            <p:cNvPr id="179" name="Picture 178">
              <a:extLst>
                <a:ext uri="{FF2B5EF4-FFF2-40B4-BE49-F238E27FC236}">
                  <a16:creationId xmlns:a16="http://schemas.microsoft.com/office/drawing/2014/main" id="{19FE2405-1EFE-A3E0-7B30-08B70B06B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269980"/>
              <a:ext cx="1309517" cy="372909"/>
            </a:xfrm>
            <a:prstGeom prst="rect">
              <a:avLst/>
            </a:prstGeom>
          </p:spPr>
        </p:pic>
        <p:pic>
          <p:nvPicPr>
            <p:cNvPr id="180" name="Picture 179">
              <a:extLst>
                <a:ext uri="{FF2B5EF4-FFF2-40B4-BE49-F238E27FC236}">
                  <a16:creationId xmlns:a16="http://schemas.microsoft.com/office/drawing/2014/main" id="{72CFE7E3-5632-5FEB-64A6-C2E610520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269980"/>
              <a:ext cx="1309517" cy="372909"/>
            </a:xfrm>
            <a:prstGeom prst="rect">
              <a:avLst/>
            </a:prstGeom>
          </p:spPr>
        </p:pic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13A7C65C-83AB-FC31-7C49-A5FBDE835E0C}"/>
                </a:ext>
              </a:extLst>
            </p:cNvPr>
            <p:cNvSpPr txBox="1"/>
            <p:nvPr/>
          </p:nvSpPr>
          <p:spPr>
            <a:xfrm>
              <a:off x="7350481" y="731776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182" name="Elbow Connector 181">
              <a:extLst>
                <a:ext uri="{FF2B5EF4-FFF2-40B4-BE49-F238E27FC236}">
                  <a16:creationId xmlns:a16="http://schemas.microsoft.com/office/drawing/2014/main" id="{46FFE72C-95D5-BF9A-D702-FC5A0773820E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0016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3" name="Elbow Connector 182">
              <a:extLst>
                <a:ext uri="{FF2B5EF4-FFF2-40B4-BE49-F238E27FC236}">
                  <a16:creationId xmlns:a16="http://schemas.microsoft.com/office/drawing/2014/main" id="{0BD83826-EAF4-7EE3-178E-8E0A37606A6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8977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4" name="Elbow Connector 183">
              <a:extLst>
                <a:ext uri="{FF2B5EF4-FFF2-40B4-BE49-F238E27FC236}">
                  <a16:creationId xmlns:a16="http://schemas.microsoft.com/office/drawing/2014/main" id="{0B10B440-F9DE-F873-5E96-FCB3ACD6350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89771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Elbow Connector 184">
              <a:extLst>
                <a:ext uri="{FF2B5EF4-FFF2-40B4-BE49-F238E27FC236}">
                  <a16:creationId xmlns:a16="http://schemas.microsoft.com/office/drawing/2014/main" id="{5A14E986-2D5E-2CBB-6FBE-11464E008A8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123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89" name="Picture 188">
              <a:extLst>
                <a:ext uri="{FF2B5EF4-FFF2-40B4-BE49-F238E27FC236}">
                  <a16:creationId xmlns:a16="http://schemas.microsoft.com/office/drawing/2014/main" id="{A7536734-F282-8AE9-78BB-6B78CDB83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831239"/>
              <a:ext cx="1309517" cy="372908"/>
            </a:xfrm>
            <a:prstGeom prst="rect">
              <a:avLst/>
            </a:prstGeom>
          </p:spPr>
        </p:pic>
        <p:pic>
          <p:nvPicPr>
            <p:cNvPr id="190" name="Picture 189">
              <a:extLst>
                <a:ext uri="{FF2B5EF4-FFF2-40B4-BE49-F238E27FC236}">
                  <a16:creationId xmlns:a16="http://schemas.microsoft.com/office/drawing/2014/main" id="{33A073F6-38E6-837F-4F13-A788ED2C9B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831239"/>
              <a:ext cx="1309517" cy="372908"/>
            </a:xfrm>
            <a:prstGeom prst="rect">
              <a:avLst/>
            </a:prstGeom>
          </p:spPr>
        </p:pic>
        <p:pic>
          <p:nvPicPr>
            <p:cNvPr id="191" name="Picture 190">
              <a:extLst>
                <a:ext uri="{FF2B5EF4-FFF2-40B4-BE49-F238E27FC236}">
                  <a16:creationId xmlns:a16="http://schemas.microsoft.com/office/drawing/2014/main" id="{25961194-0985-ABB5-56A2-4E5A0BA34E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828742"/>
              <a:ext cx="1309517" cy="372908"/>
            </a:xfrm>
            <a:prstGeom prst="rect">
              <a:avLst/>
            </a:prstGeom>
          </p:spPr>
        </p:pic>
        <p:pic>
          <p:nvPicPr>
            <p:cNvPr id="192" name="Picture 191">
              <a:extLst>
                <a:ext uri="{FF2B5EF4-FFF2-40B4-BE49-F238E27FC236}">
                  <a16:creationId xmlns:a16="http://schemas.microsoft.com/office/drawing/2014/main" id="{33BE0B83-AB90-82EB-FCE8-9EC9D5683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828742"/>
              <a:ext cx="1309517" cy="372908"/>
            </a:xfrm>
            <a:prstGeom prst="rect">
              <a:avLst/>
            </a:prstGeom>
          </p:spPr>
        </p:pic>
        <p:pic>
          <p:nvPicPr>
            <p:cNvPr id="193" name="Picture 192">
              <a:extLst>
                <a:ext uri="{FF2B5EF4-FFF2-40B4-BE49-F238E27FC236}">
                  <a16:creationId xmlns:a16="http://schemas.microsoft.com/office/drawing/2014/main" id="{D61F7F94-4BE8-25E0-C35B-15F59A8B8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10223"/>
              <a:ext cx="1309517" cy="372908"/>
            </a:xfrm>
            <a:prstGeom prst="rect">
              <a:avLst/>
            </a:prstGeom>
          </p:spPr>
        </p:pic>
        <p:pic>
          <p:nvPicPr>
            <p:cNvPr id="194" name="Picture 193">
              <a:extLst>
                <a:ext uri="{FF2B5EF4-FFF2-40B4-BE49-F238E27FC236}">
                  <a16:creationId xmlns:a16="http://schemas.microsoft.com/office/drawing/2014/main" id="{47F777F4-5B95-CA9D-2EAA-6F167D5548A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10223"/>
              <a:ext cx="1309517" cy="372908"/>
            </a:xfrm>
            <a:prstGeom prst="rect">
              <a:avLst/>
            </a:prstGeom>
          </p:spPr>
        </p:pic>
        <p:pic>
          <p:nvPicPr>
            <p:cNvPr id="195" name="Picture 194">
              <a:extLst>
                <a:ext uri="{FF2B5EF4-FFF2-40B4-BE49-F238E27FC236}">
                  <a16:creationId xmlns:a16="http://schemas.microsoft.com/office/drawing/2014/main" id="{2B1B9A3F-C401-6424-2057-E681D19A8C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06034"/>
              <a:ext cx="1309517" cy="372908"/>
            </a:xfrm>
            <a:prstGeom prst="rect">
              <a:avLst/>
            </a:prstGeom>
          </p:spPr>
        </p:pic>
        <p:pic>
          <p:nvPicPr>
            <p:cNvPr id="196" name="Picture 195">
              <a:extLst>
                <a:ext uri="{FF2B5EF4-FFF2-40B4-BE49-F238E27FC236}">
                  <a16:creationId xmlns:a16="http://schemas.microsoft.com/office/drawing/2014/main" id="{3027E5AA-7A20-EF8E-990E-C4030097F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06034"/>
              <a:ext cx="1309517" cy="372908"/>
            </a:xfrm>
            <a:prstGeom prst="rect">
              <a:avLst/>
            </a:prstGeom>
          </p:spPr>
        </p:pic>
        <p:pic>
          <p:nvPicPr>
            <p:cNvPr id="197" name="Picture 196">
              <a:extLst>
                <a:ext uri="{FF2B5EF4-FFF2-40B4-BE49-F238E27FC236}">
                  <a16:creationId xmlns:a16="http://schemas.microsoft.com/office/drawing/2014/main" id="{4258064D-FD16-C758-B7A3-4D40F09CF7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787515"/>
              <a:ext cx="1309517" cy="372908"/>
            </a:xfrm>
            <a:prstGeom prst="rect">
              <a:avLst/>
            </a:prstGeom>
          </p:spPr>
        </p:pic>
        <p:pic>
          <p:nvPicPr>
            <p:cNvPr id="198" name="Picture 197">
              <a:extLst>
                <a:ext uri="{FF2B5EF4-FFF2-40B4-BE49-F238E27FC236}">
                  <a16:creationId xmlns:a16="http://schemas.microsoft.com/office/drawing/2014/main" id="{AC1CEB3E-64C3-9EAF-0829-F15FFFDEEB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787515"/>
              <a:ext cx="1309517" cy="372908"/>
            </a:xfrm>
            <a:prstGeom prst="rect">
              <a:avLst/>
            </a:prstGeom>
          </p:spPr>
        </p:pic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5477B489-91BF-74E0-3F99-82B8B71FA558}"/>
                </a:ext>
              </a:extLst>
            </p:cNvPr>
            <p:cNvSpPr txBox="1"/>
            <p:nvPr/>
          </p:nvSpPr>
          <p:spPr>
            <a:xfrm>
              <a:off x="221023" y="2998602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81AA022B-E3A8-6D47-A299-235FB0C4DE3C}"/>
                </a:ext>
              </a:extLst>
            </p:cNvPr>
            <p:cNvSpPr txBox="1"/>
            <p:nvPr/>
          </p:nvSpPr>
          <p:spPr>
            <a:xfrm>
              <a:off x="8699780" y="5331600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D1109EFA-5CF4-FDE2-D722-B1528C206933}"/>
                </a:ext>
              </a:extLst>
            </p:cNvPr>
            <p:cNvSpPr/>
            <p:nvPr/>
          </p:nvSpPr>
          <p:spPr>
            <a:xfrm>
              <a:off x="-1531033" y="704792"/>
              <a:ext cx="15254065" cy="75016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C1D7FA93-0FA3-93D5-4641-5E0E92A36C40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940667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5C1ED355-37D3-AC30-DD99-EDCE63478E3F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934117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4" name="Picture 203">
              <a:extLst>
                <a:ext uri="{FF2B5EF4-FFF2-40B4-BE49-F238E27FC236}">
                  <a16:creationId xmlns:a16="http://schemas.microsoft.com/office/drawing/2014/main" id="{5297DC32-0370-D77A-FFC1-1542C7B12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759967"/>
              <a:ext cx="1309525" cy="372909"/>
            </a:xfrm>
            <a:prstGeom prst="rect">
              <a:avLst/>
            </a:prstGeom>
          </p:spPr>
        </p:pic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18DCEC16-757A-478F-D0FE-962920523F24}"/>
                </a:ext>
              </a:extLst>
            </p:cNvPr>
            <p:cNvSpPr txBox="1"/>
            <p:nvPr/>
          </p:nvSpPr>
          <p:spPr>
            <a:xfrm>
              <a:off x="-410980" y="1180992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BCEA8595-F35F-DF15-5505-CECB9CDBB4EA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967309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DED9D637-51D1-8F3A-1B39-F8571E80F2B3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948693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8" name="Picture 207">
              <a:extLst>
                <a:ext uri="{FF2B5EF4-FFF2-40B4-BE49-F238E27FC236}">
                  <a16:creationId xmlns:a16="http://schemas.microsoft.com/office/drawing/2014/main" id="{B5B4C5BF-6001-669D-32A4-9851EF45E2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759967"/>
              <a:ext cx="1309517" cy="372909"/>
            </a:xfrm>
            <a:prstGeom prst="rect">
              <a:avLst/>
            </a:prstGeom>
          </p:spPr>
        </p:pic>
        <p:pic>
          <p:nvPicPr>
            <p:cNvPr id="209" name="Picture 208">
              <a:extLst>
                <a:ext uri="{FF2B5EF4-FFF2-40B4-BE49-F238E27FC236}">
                  <a16:creationId xmlns:a16="http://schemas.microsoft.com/office/drawing/2014/main" id="{09294D2A-E01E-032A-2139-2347FEA920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759967"/>
              <a:ext cx="1309517" cy="372909"/>
            </a:xfrm>
            <a:prstGeom prst="rect">
              <a:avLst/>
            </a:prstGeom>
          </p:spPr>
        </p:pic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96E77501-3D65-3682-1B2A-4407B0D44C3F}"/>
                </a:ext>
              </a:extLst>
            </p:cNvPr>
            <p:cNvSpPr txBox="1"/>
            <p:nvPr/>
          </p:nvSpPr>
          <p:spPr>
            <a:xfrm>
              <a:off x="882158" y="2107238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8C193C28-B57C-66FA-4764-344172F13D20}"/>
                </a:ext>
              </a:extLst>
            </p:cNvPr>
            <p:cNvSpPr txBox="1"/>
            <p:nvPr/>
          </p:nvSpPr>
          <p:spPr>
            <a:xfrm>
              <a:off x="7158463" y="2101986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89FF30E6-71F9-7377-D835-C3646D9EA666}"/>
                </a:ext>
              </a:extLst>
            </p:cNvPr>
            <p:cNvSpPr txBox="1"/>
            <p:nvPr/>
          </p:nvSpPr>
          <p:spPr>
            <a:xfrm>
              <a:off x="5128405" y="210492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A7E405FD-2547-AB81-B1FF-9776AF0368E0}"/>
                </a:ext>
              </a:extLst>
            </p:cNvPr>
            <p:cNvSpPr txBox="1"/>
            <p:nvPr/>
          </p:nvSpPr>
          <p:spPr>
            <a:xfrm>
              <a:off x="4874666" y="2351317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14" name="Straight Arrow Connector 213">
              <a:extLst>
                <a:ext uri="{FF2B5EF4-FFF2-40B4-BE49-F238E27FC236}">
                  <a16:creationId xmlns:a16="http://schemas.microsoft.com/office/drawing/2014/main" id="{B6EB9248-AFED-A6DF-A872-F1AE0C1A7F9B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626278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F6F5C152-0C1A-EAE8-E5B3-A187BFE74409}"/>
                </a:ext>
              </a:extLst>
            </p:cNvPr>
            <p:cNvSpPr txBox="1"/>
            <p:nvPr/>
          </p:nvSpPr>
          <p:spPr>
            <a:xfrm>
              <a:off x="566074" y="4960506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06FE8F91-E559-D238-D28A-BDCFB760670E}"/>
                </a:ext>
              </a:extLst>
            </p:cNvPr>
            <p:cNvSpPr txBox="1"/>
            <p:nvPr/>
          </p:nvSpPr>
          <p:spPr>
            <a:xfrm>
              <a:off x="2086159" y="496209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93818332-BF1D-6F51-719C-C441177F12A7}"/>
                </a:ext>
              </a:extLst>
            </p:cNvPr>
            <p:cNvSpPr txBox="1"/>
            <p:nvPr/>
          </p:nvSpPr>
          <p:spPr>
            <a:xfrm>
              <a:off x="3690188" y="499623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DFA10961-E894-D1F3-1B5A-9DB79BED4387}"/>
                </a:ext>
              </a:extLst>
            </p:cNvPr>
            <p:cNvSpPr txBox="1"/>
            <p:nvPr/>
          </p:nvSpPr>
          <p:spPr>
            <a:xfrm>
              <a:off x="5294136" y="497988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4F32CB19-EEC4-CEEC-324D-26FC6D032CFF}"/>
                </a:ext>
              </a:extLst>
            </p:cNvPr>
            <p:cNvSpPr txBox="1"/>
            <p:nvPr/>
          </p:nvSpPr>
          <p:spPr>
            <a:xfrm>
              <a:off x="-1362916" y="4955214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DF4F75F9-6CDF-7199-BD58-C459D5C9ED4B}"/>
                </a:ext>
              </a:extLst>
            </p:cNvPr>
            <p:cNvSpPr txBox="1"/>
            <p:nvPr/>
          </p:nvSpPr>
          <p:spPr>
            <a:xfrm>
              <a:off x="6680325" y="4955738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9D8960A4-BF09-74A6-9710-62B67E6D01A4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728013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7DD1A1D0-49F6-F040-1235-2492E9132B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94316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Straight Arrow Connector 222">
              <a:extLst>
                <a:ext uri="{FF2B5EF4-FFF2-40B4-BE49-F238E27FC236}">
                  <a16:creationId xmlns:a16="http://schemas.microsoft.com/office/drawing/2014/main" id="{728C5A24-2742-B879-CBCF-810A61E9956A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545272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4" name="Elbow Connector 223">
              <a:extLst>
                <a:ext uri="{FF2B5EF4-FFF2-40B4-BE49-F238E27FC236}">
                  <a16:creationId xmlns:a16="http://schemas.microsoft.com/office/drawing/2014/main" id="{CF38CF33-B3BE-2030-5242-543D4235654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5" name="Elbow Connector 224">
              <a:extLst>
                <a:ext uri="{FF2B5EF4-FFF2-40B4-BE49-F238E27FC236}">
                  <a16:creationId xmlns:a16="http://schemas.microsoft.com/office/drawing/2014/main" id="{1384D472-0A7F-8691-D2DE-0BA7B137552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73974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6" name="Elbow Connector 225">
              <a:extLst>
                <a:ext uri="{FF2B5EF4-FFF2-40B4-BE49-F238E27FC236}">
                  <a16:creationId xmlns:a16="http://schemas.microsoft.com/office/drawing/2014/main" id="{42F95AB1-82F3-A12C-74FC-E33BFB74C3D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73204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Elbow Connector 226">
              <a:extLst>
                <a:ext uri="{FF2B5EF4-FFF2-40B4-BE49-F238E27FC236}">
                  <a16:creationId xmlns:a16="http://schemas.microsoft.com/office/drawing/2014/main" id="{911C4A12-AC4C-D745-48E9-6F9B12E566D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72721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Elbow Connector 227">
              <a:extLst>
                <a:ext uri="{FF2B5EF4-FFF2-40B4-BE49-F238E27FC236}">
                  <a16:creationId xmlns:a16="http://schemas.microsoft.com/office/drawing/2014/main" id="{811EA73A-3525-B0CE-4889-F3BBE0CF2CC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73081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9" name="Elbow Connector 228">
              <a:extLst>
                <a:ext uri="{FF2B5EF4-FFF2-40B4-BE49-F238E27FC236}">
                  <a16:creationId xmlns:a16="http://schemas.microsoft.com/office/drawing/2014/main" id="{D588DCF4-BDF0-FAED-CB02-F7B9C68312E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52078F3C-5E3D-4DA9-E8DC-2AE99B135727}"/>
                </a:ext>
              </a:extLst>
            </p:cNvPr>
            <p:cNvSpPr txBox="1"/>
            <p:nvPr/>
          </p:nvSpPr>
          <p:spPr>
            <a:xfrm>
              <a:off x="663997" y="7433599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single-core </a:t>
              </a:r>
              <a:br>
                <a:rPr lang="en-US" dirty="0"/>
              </a:br>
              <a:r>
                <a:rPr lang="en-US" dirty="0"/>
                <a:t>CE</a:t>
              </a:r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06411776-2193-1788-B038-A5879B564678}"/>
                </a:ext>
              </a:extLst>
            </p:cNvPr>
            <p:cNvSpPr txBox="1"/>
            <p:nvPr/>
          </p:nvSpPr>
          <p:spPr>
            <a:xfrm>
              <a:off x="2177627" y="7464750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double-core CE</a:t>
              </a: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25EB3B61-9FE5-9F4B-45EC-448B73503C7E}"/>
                </a:ext>
              </a:extLst>
            </p:cNvPr>
            <p:cNvSpPr txBox="1"/>
            <p:nvPr/>
          </p:nvSpPr>
          <p:spPr>
            <a:xfrm>
              <a:off x="3577388" y="747558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5AB0AAA9-4B11-A686-E2A6-7DFFC9CFBE3A}"/>
                </a:ext>
              </a:extLst>
            </p:cNvPr>
            <p:cNvSpPr txBox="1"/>
            <p:nvPr/>
          </p:nvSpPr>
          <p:spPr>
            <a:xfrm>
              <a:off x="5058564" y="744419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C790B8FE-DB64-FD75-09FA-5653FBA680C9}"/>
                </a:ext>
              </a:extLst>
            </p:cNvPr>
            <p:cNvSpPr txBox="1"/>
            <p:nvPr/>
          </p:nvSpPr>
          <p:spPr>
            <a:xfrm>
              <a:off x="-1473208" y="741953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62CA2A22-C642-19EF-3F69-AA6A8AF27815}"/>
                </a:ext>
              </a:extLst>
            </p:cNvPr>
            <p:cNvSpPr txBox="1"/>
            <p:nvPr/>
          </p:nvSpPr>
          <p:spPr>
            <a:xfrm>
              <a:off x="6089587" y="7420056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4A05345A-676B-1BE1-B02D-3811C7459B35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90855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Elbow Connector 236">
              <a:extLst>
                <a:ext uri="{FF2B5EF4-FFF2-40B4-BE49-F238E27FC236}">
                  <a16:creationId xmlns:a16="http://schemas.microsoft.com/office/drawing/2014/main" id="{FBF1423A-3286-F938-32AE-764ABCFCCBB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9320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8" name="Elbow Connector 237">
              <a:extLst>
                <a:ext uri="{FF2B5EF4-FFF2-40B4-BE49-F238E27FC236}">
                  <a16:creationId xmlns:a16="http://schemas.microsoft.com/office/drawing/2014/main" id="{657AB06F-8FEF-79F8-104C-C3CB1793A07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60025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9" name="Elbow Connector 238">
              <a:extLst>
                <a:ext uri="{FF2B5EF4-FFF2-40B4-BE49-F238E27FC236}">
                  <a16:creationId xmlns:a16="http://schemas.microsoft.com/office/drawing/2014/main" id="{6E12654C-4960-9D43-8BF8-B2B6BA93353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9488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0" name="Elbow Connector 239">
              <a:extLst>
                <a:ext uri="{FF2B5EF4-FFF2-40B4-BE49-F238E27FC236}">
                  <a16:creationId xmlns:a16="http://schemas.microsoft.com/office/drawing/2014/main" id="{B0C4AC5E-8E71-5F82-C2A4-C07029A1370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9006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1" name="Elbow Connector 240">
              <a:extLst>
                <a:ext uri="{FF2B5EF4-FFF2-40B4-BE49-F238E27FC236}">
                  <a16:creationId xmlns:a16="http://schemas.microsoft.com/office/drawing/2014/main" id="{EE68F0FC-2C89-2063-11A5-E712975E8B4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9365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2" name="Elbow Connector 241">
              <a:extLst>
                <a:ext uri="{FF2B5EF4-FFF2-40B4-BE49-F238E27FC236}">
                  <a16:creationId xmlns:a16="http://schemas.microsoft.com/office/drawing/2014/main" id="{B1027788-5BED-A422-5440-341161D3DB7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600870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43" name="Picture 242">
              <a:extLst>
                <a:ext uri="{FF2B5EF4-FFF2-40B4-BE49-F238E27FC236}">
                  <a16:creationId xmlns:a16="http://schemas.microsoft.com/office/drawing/2014/main" id="{733060AE-CE7E-7C04-0222-0ECDD4232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380533"/>
              <a:ext cx="1309517" cy="372909"/>
            </a:xfrm>
            <a:prstGeom prst="rect">
              <a:avLst/>
            </a:prstGeom>
          </p:spPr>
        </p:pic>
        <p:pic>
          <p:nvPicPr>
            <p:cNvPr id="244" name="Picture 243">
              <a:extLst>
                <a:ext uri="{FF2B5EF4-FFF2-40B4-BE49-F238E27FC236}">
                  <a16:creationId xmlns:a16="http://schemas.microsoft.com/office/drawing/2014/main" id="{DABE97CE-2FB4-19ED-4A0C-E023FA3A73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380533"/>
              <a:ext cx="1309517" cy="372909"/>
            </a:xfrm>
            <a:prstGeom prst="rect">
              <a:avLst/>
            </a:prstGeom>
          </p:spPr>
        </p:pic>
        <p:pic>
          <p:nvPicPr>
            <p:cNvPr id="245" name="Picture 244">
              <a:extLst>
                <a:ext uri="{FF2B5EF4-FFF2-40B4-BE49-F238E27FC236}">
                  <a16:creationId xmlns:a16="http://schemas.microsoft.com/office/drawing/2014/main" id="{51299A42-F85D-D4FC-B5A1-9EFD5DE0E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378036"/>
              <a:ext cx="1309517" cy="372909"/>
            </a:xfrm>
            <a:prstGeom prst="rect">
              <a:avLst/>
            </a:prstGeom>
          </p:spPr>
        </p:pic>
        <p:pic>
          <p:nvPicPr>
            <p:cNvPr id="246" name="Picture 245">
              <a:extLst>
                <a:ext uri="{FF2B5EF4-FFF2-40B4-BE49-F238E27FC236}">
                  <a16:creationId xmlns:a16="http://schemas.microsoft.com/office/drawing/2014/main" id="{E060FA53-755F-8F9B-1AE6-8245E2D8D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378036"/>
              <a:ext cx="1309517" cy="372909"/>
            </a:xfrm>
            <a:prstGeom prst="rect">
              <a:avLst/>
            </a:prstGeom>
          </p:spPr>
        </p:pic>
        <p:pic>
          <p:nvPicPr>
            <p:cNvPr id="247" name="Picture 246">
              <a:extLst>
                <a:ext uri="{FF2B5EF4-FFF2-40B4-BE49-F238E27FC236}">
                  <a16:creationId xmlns:a16="http://schemas.microsoft.com/office/drawing/2014/main" id="{887E17F0-B766-A7E9-CC6B-4B7B71E9E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359517"/>
              <a:ext cx="1309517" cy="372909"/>
            </a:xfrm>
            <a:prstGeom prst="rect">
              <a:avLst/>
            </a:prstGeom>
          </p:spPr>
        </p:pic>
        <p:pic>
          <p:nvPicPr>
            <p:cNvPr id="248" name="Picture 247">
              <a:extLst>
                <a:ext uri="{FF2B5EF4-FFF2-40B4-BE49-F238E27FC236}">
                  <a16:creationId xmlns:a16="http://schemas.microsoft.com/office/drawing/2014/main" id="{0A342815-51E4-B8F4-677A-E755BA9A79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359517"/>
              <a:ext cx="1309517" cy="372909"/>
            </a:xfrm>
            <a:prstGeom prst="rect">
              <a:avLst/>
            </a:prstGeom>
          </p:spPr>
        </p:pic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AC22A0A7-229A-165A-FE7F-8488082943FB}"/>
                </a:ext>
              </a:extLst>
            </p:cNvPr>
            <p:cNvSpPr txBox="1"/>
            <p:nvPr/>
          </p:nvSpPr>
          <p:spPr>
            <a:xfrm>
              <a:off x="7350481" y="740730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250" name="Elbow Connector 249">
              <a:extLst>
                <a:ext uri="{FF2B5EF4-FFF2-40B4-BE49-F238E27FC236}">
                  <a16:creationId xmlns:a16="http://schemas.microsoft.com/office/drawing/2014/main" id="{E97FCAB4-986B-0630-0B8D-AB1EF9BF543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8970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1" name="Elbow Connector 250">
              <a:extLst>
                <a:ext uri="{FF2B5EF4-FFF2-40B4-BE49-F238E27FC236}">
                  <a16:creationId xmlns:a16="http://schemas.microsoft.com/office/drawing/2014/main" id="{B8B7E0A6-99F7-9DFB-8DFB-9829A39F3C7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98724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2" name="Elbow Connector 251">
              <a:extLst>
                <a:ext uri="{FF2B5EF4-FFF2-40B4-BE49-F238E27FC236}">
                  <a16:creationId xmlns:a16="http://schemas.microsoft.com/office/drawing/2014/main" id="{D005BA8B-44CE-A842-7159-16F627B7BBA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98724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3" name="Elbow Connector 252">
              <a:extLst>
                <a:ext uri="{FF2B5EF4-FFF2-40B4-BE49-F238E27FC236}">
                  <a16:creationId xmlns:a16="http://schemas.microsoft.com/office/drawing/2014/main" id="{4B089562-8A55-F834-3610-0C24466792B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600190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A733C23C-DA3C-0A61-CF81-B948AA04F219}"/>
                </a:ext>
              </a:extLst>
            </p:cNvPr>
            <p:cNvSpPr txBox="1"/>
            <p:nvPr/>
          </p:nvSpPr>
          <p:spPr>
            <a:xfrm>
              <a:off x="8664903" y="746046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radiative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674E64B8-B22B-281F-F973-BAF16F677465}"/>
                </a:ext>
              </a:extLst>
            </p:cNvPr>
            <p:cNvSpPr txBox="1"/>
            <p:nvPr/>
          </p:nvSpPr>
          <p:spPr>
            <a:xfrm>
              <a:off x="11460720" y="7451989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</a:t>
              </a:r>
            </a:p>
            <a:p>
              <a:pPr algn="ctr"/>
              <a:r>
                <a:rPr lang="en-US" sz="1200" dirty="0"/>
                <a:t>with CE 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EC400DDE-2CF2-6743-ABD8-43006EDE3848}"/>
                </a:ext>
              </a:extLst>
            </p:cNvPr>
            <p:cNvSpPr txBox="1"/>
            <p:nvPr/>
          </p:nvSpPr>
          <p:spPr>
            <a:xfrm>
              <a:off x="10128606" y="743731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convective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pic>
          <p:nvPicPr>
            <p:cNvPr id="257" name="Picture 256">
              <a:extLst>
                <a:ext uri="{FF2B5EF4-FFF2-40B4-BE49-F238E27FC236}">
                  <a16:creationId xmlns:a16="http://schemas.microsoft.com/office/drawing/2014/main" id="{A24C52AA-EBA8-5067-2716-27EAC81F5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920776"/>
              <a:ext cx="1309517" cy="372908"/>
            </a:xfrm>
            <a:prstGeom prst="rect">
              <a:avLst/>
            </a:prstGeom>
          </p:spPr>
        </p:pic>
        <p:pic>
          <p:nvPicPr>
            <p:cNvPr id="258" name="Picture 257">
              <a:extLst>
                <a:ext uri="{FF2B5EF4-FFF2-40B4-BE49-F238E27FC236}">
                  <a16:creationId xmlns:a16="http://schemas.microsoft.com/office/drawing/2014/main" id="{EF70CA9D-40E4-84A3-5AEE-95C48B3648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920776"/>
              <a:ext cx="1309517" cy="372908"/>
            </a:xfrm>
            <a:prstGeom prst="rect">
              <a:avLst/>
            </a:prstGeom>
          </p:spPr>
        </p:pic>
        <p:pic>
          <p:nvPicPr>
            <p:cNvPr id="259" name="Picture 258">
              <a:extLst>
                <a:ext uri="{FF2B5EF4-FFF2-40B4-BE49-F238E27FC236}">
                  <a16:creationId xmlns:a16="http://schemas.microsoft.com/office/drawing/2014/main" id="{7431A4BD-F0E8-7D92-11B6-AA35FF07C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918279"/>
              <a:ext cx="1309517" cy="372908"/>
            </a:xfrm>
            <a:prstGeom prst="rect">
              <a:avLst/>
            </a:prstGeom>
          </p:spPr>
        </p:pic>
        <p:pic>
          <p:nvPicPr>
            <p:cNvPr id="260" name="Picture 259">
              <a:extLst>
                <a:ext uri="{FF2B5EF4-FFF2-40B4-BE49-F238E27FC236}">
                  <a16:creationId xmlns:a16="http://schemas.microsoft.com/office/drawing/2014/main" id="{AF02007B-300F-6FAF-46E8-A51A8ED71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918279"/>
              <a:ext cx="1309517" cy="372908"/>
            </a:xfrm>
            <a:prstGeom prst="rect">
              <a:avLst/>
            </a:prstGeom>
          </p:spPr>
        </p:pic>
        <p:pic>
          <p:nvPicPr>
            <p:cNvPr id="261" name="Picture 260">
              <a:extLst>
                <a:ext uri="{FF2B5EF4-FFF2-40B4-BE49-F238E27FC236}">
                  <a16:creationId xmlns:a16="http://schemas.microsoft.com/office/drawing/2014/main" id="{CC74754F-77D0-3B40-E33E-16E8C4ED64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99760"/>
              <a:ext cx="1309517" cy="372908"/>
            </a:xfrm>
            <a:prstGeom prst="rect">
              <a:avLst/>
            </a:prstGeom>
          </p:spPr>
        </p:pic>
        <p:pic>
          <p:nvPicPr>
            <p:cNvPr id="262" name="Picture 261">
              <a:extLst>
                <a:ext uri="{FF2B5EF4-FFF2-40B4-BE49-F238E27FC236}">
                  <a16:creationId xmlns:a16="http://schemas.microsoft.com/office/drawing/2014/main" id="{0D6BE769-E329-F853-4409-101666FEAE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99760"/>
              <a:ext cx="1309517" cy="372908"/>
            </a:xfrm>
            <a:prstGeom prst="rect">
              <a:avLst/>
            </a:prstGeom>
          </p:spPr>
        </p:pic>
        <p:pic>
          <p:nvPicPr>
            <p:cNvPr id="263" name="Picture 262">
              <a:extLst>
                <a:ext uri="{FF2B5EF4-FFF2-40B4-BE49-F238E27FC236}">
                  <a16:creationId xmlns:a16="http://schemas.microsoft.com/office/drawing/2014/main" id="{335D7A8C-812E-359D-FFB8-E62CDBA69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95571"/>
              <a:ext cx="1309517" cy="372908"/>
            </a:xfrm>
            <a:prstGeom prst="rect">
              <a:avLst/>
            </a:prstGeom>
          </p:spPr>
        </p:pic>
        <p:pic>
          <p:nvPicPr>
            <p:cNvPr id="264" name="Picture 263">
              <a:extLst>
                <a:ext uri="{FF2B5EF4-FFF2-40B4-BE49-F238E27FC236}">
                  <a16:creationId xmlns:a16="http://schemas.microsoft.com/office/drawing/2014/main" id="{19D845F6-AB91-076A-33B3-5EFED6A592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95571"/>
              <a:ext cx="1309517" cy="372908"/>
            </a:xfrm>
            <a:prstGeom prst="rect">
              <a:avLst/>
            </a:prstGeom>
          </p:spPr>
        </p:pic>
        <p:pic>
          <p:nvPicPr>
            <p:cNvPr id="265" name="Picture 264">
              <a:extLst>
                <a:ext uri="{FF2B5EF4-FFF2-40B4-BE49-F238E27FC236}">
                  <a16:creationId xmlns:a16="http://schemas.microsoft.com/office/drawing/2014/main" id="{B0C20261-EB54-B565-B0B3-7AFD3219F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877052"/>
              <a:ext cx="1309517" cy="372908"/>
            </a:xfrm>
            <a:prstGeom prst="rect">
              <a:avLst/>
            </a:prstGeom>
          </p:spPr>
        </p:pic>
        <p:pic>
          <p:nvPicPr>
            <p:cNvPr id="266" name="Picture 265">
              <a:extLst>
                <a:ext uri="{FF2B5EF4-FFF2-40B4-BE49-F238E27FC236}">
                  <a16:creationId xmlns:a16="http://schemas.microsoft.com/office/drawing/2014/main" id="{97CF25A0-F2C2-BF3E-E9A4-33EF9214C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877052"/>
              <a:ext cx="1309517" cy="372908"/>
            </a:xfrm>
            <a:prstGeom prst="rect">
              <a:avLst/>
            </a:prstGeom>
          </p:spPr>
        </p:pic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10A155D6-265F-2796-8A61-F31F1EA2CD39}"/>
                </a:ext>
              </a:extLst>
            </p:cNvPr>
            <p:cNvSpPr txBox="1"/>
            <p:nvPr/>
          </p:nvSpPr>
          <p:spPr>
            <a:xfrm>
              <a:off x="221023" y="3088139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8042BCF4-684B-7DC9-C33B-F8F3BEA83731}"/>
                </a:ext>
              </a:extLst>
            </p:cNvPr>
            <p:cNvSpPr txBox="1"/>
            <p:nvPr/>
          </p:nvSpPr>
          <p:spPr>
            <a:xfrm>
              <a:off x="8699780" y="5421137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46164FB-6898-D616-9ECD-83650A64039E}"/>
              </a:ext>
            </a:extLst>
          </p:cNvPr>
          <p:cNvGrpSpPr/>
          <p:nvPr/>
        </p:nvGrpSpPr>
        <p:grpSpPr>
          <a:xfrm>
            <a:off x="-1248451" y="812255"/>
            <a:ext cx="15267635" cy="7694930"/>
            <a:chOff x="-1544603" y="511521"/>
            <a:chExt cx="15267635" cy="769493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219080-263C-891D-C52D-6587CBD9ACA5}"/>
                </a:ext>
              </a:extLst>
            </p:cNvPr>
            <p:cNvSpPr/>
            <p:nvPr/>
          </p:nvSpPr>
          <p:spPr>
            <a:xfrm>
              <a:off x="-1544603" y="614657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91BD5F-700E-B604-E084-105305667542}"/>
                </a:ext>
              </a:extLst>
            </p:cNvPr>
            <p:cNvCxnSpPr>
              <a:cxnSpLocks/>
            </p:cNvCxnSpPr>
            <p:nvPr/>
          </p:nvCxnSpPr>
          <p:spPr>
            <a:xfrm>
              <a:off x="2261539" y="85053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6ED44D2-5068-DF9E-83EB-22D98743F598}"/>
                </a:ext>
              </a:extLst>
            </p:cNvPr>
            <p:cNvCxnSpPr>
              <a:cxnSpLocks/>
            </p:cNvCxnSpPr>
            <p:nvPr/>
          </p:nvCxnSpPr>
          <p:spPr>
            <a:xfrm>
              <a:off x="2253934" y="843982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728B63D-4DD4-669D-2083-64D34C511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599172" y="1669832"/>
              <a:ext cx="1309525" cy="372909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76153A8-2F69-9B81-14EC-6645E7480952}"/>
                </a:ext>
              </a:extLst>
            </p:cNvPr>
            <p:cNvSpPr txBox="1"/>
            <p:nvPr/>
          </p:nvSpPr>
          <p:spPr>
            <a:xfrm>
              <a:off x="-424550" y="1090857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A211462-489B-084E-A382-2E2C53219E0C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5" y="877174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D3F31A1-AFF7-0BB1-4B86-CAF5B002DF1A}"/>
                </a:ext>
              </a:extLst>
            </p:cNvPr>
            <p:cNvCxnSpPr>
              <a:cxnSpLocks/>
            </p:cNvCxnSpPr>
            <p:nvPr/>
          </p:nvCxnSpPr>
          <p:spPr>
            <a:xfrm>
              <a:off x="5477240" y="858558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63CD6A0-1A5A-4233-E682-57F66299F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08070" y="1669832"/>
              <a:ext cx="1309517" cy="372909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4846CA47-3DF6-CF8E-0285-34EF6D2A35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42947" y="1669832"/>
              <a:ext cx="1309517" cy="372909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0FB861D-41DE-8D19-6E65-8E62E03FF74C}"/>
                </a:ext>
              </a:extLst>
            </p:cNvPr>
            <p:cNvSpPr txBox="1"/>
            <p:nvPr/>
          </p:nvSpPr>
          <p:spPr>
            <a:xfrm>
              <a:off x="868588" y="2017103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E4B13A-0D61-1E6C-CDC3-3CA6944A5B01}"/>
                </a:ext>
              </a:extLst>
            </p:cNvPr>
            <p:cNvSpPr txBox="1"/>
            <p:nvPr/>
          </p:nvSpPr>
          <p:spPr>
            <a:xfrm>
              <a:off x="7144893" y="2011851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745DF9A-A2E9-85AD-E6B5-44569B4A3110}"/>
                </a:ext>
              </a:extLst>
            </p:cNvPr>
            <p:cNvSpPr txBox="1"/>
            <p:nvPr/>
          </p:nvSpPr>
          <p:spPr>
            <a:xfrm>
              <a:off x="5114835" y="2014792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4CC7D3A-6D83-3D4F-B99B-547D498ED9C9}"/>
                </a:ext>
              </a:extLst>
            </p:cNvPr>
            <p:cNvSpPr txBox="1"/>
            <p:nvPr/>
          </p:nvSpPr>
          <p:spPr>
            <a:xfrm>
              <a:off x="4861096" y="2261182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019D13F-F535-55CB-F727-555C09AB6282}"/>
                </a:ext>
              </a:extLst>
            </p:cNvPr>
            <p:cNvCxnSpPr>
              <a:cxnSpLocks/>
            </p:cNvCxnSpPr>
            <p:nvPr/>
          </p:nvCxnSpPr>
          <p:spPr>
            <a:xfrm>
              <a:off x="2290356" y="2536143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002B3A5-EB9D-0E52-4027-4F350E43C0E1}"/>
                </a:ext>
              </a:extLst>
            </p:cNvPr>
            <p:cNvSpPr txBox="1"/>
            <p:nvPr/>
          </p:nvSpPr>
          <p:spPr>
            <a:xfrm>
              <a:off x="552504" y="4870371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8AC7C36-1E9B-DE33-859B-37D77FDBDDAF}"/>
                </a:ext>
              </a:extLst>
            </p:cNvPr>
            <p:cNvSpPr txBox="1"/>
            <p:nvPr/>
          </p:nvSpPr>
          <p:spPr>
            <a:xfrm>
              <a:off x="2072589" y="487196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6CDB1F8-6734-ED51-9DA6-50600D9F6523}"/>
                </a:ext>
              </a:extLst>
            </p:cNvPr>
            <p:cNvSpPr txBox="1"/>
            <p:nvPr/>
          </p:nvSpPr>
          <p:spPr>
            <a:xfrm>
              <a:off x="3676618" y="490609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C3EB2A5-213F-C247-2D6F-9737928D1C34}"/>
                </a:ext>
              </a:extLst>
            </p:cNvPr>
            <p:cNvSpPr txBox="1"/>
            <p:nvPr/>
          </p:nvSpPr>
          <p:spPr>
            <a:xfrm>
              <a:off x="5280566" y="488975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BD23398-5E0A-2BA9-AF83-0EF4F538E220}"/>
                </a:ext>
              </a:extLst>
            </p:cNvPr>
            <p:cNvSpPr txBox="1"/>
            <p:nvPr/>
          </p:nvSpPr>
          <p:spPr>
            <a:xfrm>
              <a:off x="-1376486" y="4865079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5C69499-4DA2-B63D-14F6-B2124876BEC8}"/>
                </a:ext>
              </a:extLst>
            </p:cNvPr>
            <p:cNvSpPr txBox="1"/>
            <p:nvPr/>
          </p:nvSpPr>
          <p:spPr>
            <a:xfrm>
              <a:off x="6666755" y="4865603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6ABFFC9-51FC-338E-3361-07F5DD1FE964}"/>
                </a:ext>
              </a:extLst>
            </p:cNvPr>
            <p:cNvCxnSpPr>
              <a:cxnSpLocks/>
            </p:cNvCxnSpPr>
            <p:nvPr/>
          </p:nvCxnSpPr>
          <p:spPr>
            <a:xfrm>
              <a:off x="-147890" y="363787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6916E8D-0CCC-37F9-791A-46D1902CAA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58036" y="5904181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DA03F5FE-6EF1-38EF-E43B-C1E6510874C6}"/>
                </a:ext>
              </a:extLst>
            </p:cNvPr>
            <p:cNvCxnSpPr>
              <a:cxnSpLocks/>
            </p:cNvCxnSpPr>
            <p:nvPr/>
          </p:nvCxnSpPr>
          <p:spPr>
            <a:xfrm>
              <a:off x="8412693" y="2455137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C550261F-16CF-31A0-1B43-C5AA10AC6F1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893345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Elbow Connector 39">
              <a:extLst>
                <a:ext uri="{FF2B5EF4-FFF2-40B4-BE49-F238E27FC236}">
                  <a16:creationId xmlns:a16="http://schemas.microsoft.com/office/drawing/2014/main" id="{7AFED67E-CA29-EEAE-97CC-7C014246A8C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24369" y="364960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Elbow Connector 40">
              <a:extLst>
                <a:ext uri="{FF2B5EF4-FFF2-40B4-BE49-F238E27FC236}">
                  <a16:creationId xmlns:a16="http://schemas.microsoft.com/office/drawing/2014/main" id="{A2337B74-44AD-C04C-3931-3012F00E069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17119" y="36419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Elbow Connector 41">
              <a:extLst>
                <a:ext uri="{FF2B5EF4-FFF2-40B4-BE49-F238E27FC236}">
                  <a16:creationId xmlns:a16="http://schemas.microsoft.com/office/drawing/2014/main" id="{397FD0ED-90EE-8AC6-3487-3ED6EB06744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65335" y="363708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Elbow Connector 42">
              <a:extLst>
                <a:ext uri="{FF2B5EF4-FFF2-40B4-BE49-F238E27FC236}">
                  <a16:creationId xmlns:a16="http://schemas.microsoft.com/office/drawing/2014/main" id="{B81C0EC5-EA2A-9BAD-E6C5-43F915F7F25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74452" y="364068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Elbow Connector 43">
              <a:extLst>
                <a:ext uri="{FF2B5EF4-FFF2-40B4-BE49-F238E27FC236}">
                  <a16:creationId xmlns:a16="http://schemas.microsoft.com/office/drawing/2014/main" id="{DA92E33B-BD96-1E39-8F22-CB2A66ADCB4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29289" y="364022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96F7FE4-BB51-A9C1-8F20-EAF3F850A4A9}"/>
                </a:ext>
              </a:extLst>
            </p:cNvPr>
            <p:cNvSpPr txBox="1"/>
            <p:nvPr/>
          </p:nvSpPr>
          <p:spPr>
            <a:xfrm>
              <a:off x="3563818" y="738544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5103604-AC11-6D36-6085-FF4D46E79C08}"/>
                </a:ext>
              </a:extLst>
            </p:cNvPr>
            <p:cNvSpPr txBox="1"/>
            <p:nvPr/>
          </p:nvSpPr>
          <p:spPr>
            <a:xfrm>
              <a:off x="5044994" y="7354055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F548630-A6D3-3AE6-1FE3-ADB0739B3BF0}"/>
                </a:ext>
              </a:extLst>
            </p:cNvPr>
            <p:cNvSpPr txBox="1"/>
            <p:nvPr/>
          </p:nvSpPr>
          <p:spPr>
            <a:xfrm>
              <a:off x="-1486778" y="732939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96A69FE-9037-C1C3-682D-982B8A6608C5}"/>
                </a:ext>
              </a:extLst>
            </p:cNvPr>
            <p:cNvSpPr txBox="1"/>
            <p:nvPr/>
          </p:nvSpPr>
          <p:spPr>
            <a:xfrm>
              <a:off x="6076017" y="7329921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80A8339B-BB54-1662-3C83-8FA4C1CEEE78}"/>
                </a:ext>
              </a:extLst>
            </p:cNvPr>
            <p:cNvCxnSpPr>
              <a:cxnSpLocks/>
            </p:cNvCxnSpPr>
            <p:nvPr/>
          </p:nvCxnSpPr>
          <p:spPr>
            <a:xfrm>
              <a:off x="-134196" y="5900720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Elbow Connector 49">
              <a:extLst>
                <a:ext uri="{FF2B5EF4-FFF2-40B4-BE49-F238E27FC236}">
                  <a16:creationId xmlns:a16="http://schemas.microsoft.com/office/drawing/2014/main" id="{1253F60C-3355-98BF-1C59-19EBCE01D09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02607" y="59030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Elbow Connector 50">
              <a:extLst>
                <a:ext uri="{FF2B5EF4-FFF2-40B4-BE49-F238E27FC236}">
                  <a16:creationId xmlns:a16="http://schemas.microsoft.com/office/drawing/2014/main" id="{57F3DF0B-2B73-31C7-5D45-EFD3D5FE190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35108" y="591244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Elbow Connector 51">
              <a:extLst>
                <a:ext uri="{FF2B5EF4-FFF2-40B4-BE49-F238E27FC236}">
                  <a16:creationId xmlns:a16="http://schemas.microsoft.com/office/drawing/2014/main" id="{EE19CC13-07EA-5FB4-0BA9-ABD7B3B1F62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29336" y="590475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Elbow Connector 52">
              <a:extLst>
                <a:ext uri="{FF2B5EF4-FFF2-40B4-BE49-F238E27FC236}">
                  <a16:creationId xmlns:a16="http://schemas.microsoft.com/office/drawing/2014/main" id="{9192F1FC-3AEA-DFD8-E762-01CB59F2158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9029" y="589992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Elbow Connector 53">
              <a:extLst>
                <a:ext uri="{FF2B5EF4-FFF2-40B4-BE49-F238E27FC236}">
                  <a16:creationId xmlns:a16="http://schemas.microsoft.com/office/drawing/2014/main" id="{B8E5E23D-9CD4-8F4A-7419-4CE46B909A8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758" y="590352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Elbow Connector 54">
              <a:extLst>
                <a:ext uri="{FF2B5EF4-FFF2-40B4-BE49-F238E27FC236}">
                  <a16:creationId xmlns:a16="http://schemas.microsoft.com/office/drawing/2014/main" id="{E101AE79-B17A-B0A8-4C25-E6FE3A65A48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595" y="59185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D323D7A6-0650-EB50-9A66-9B72F36963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84048" y="4290398"/>
              <a:ext cx="1309517" cy="372909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C824D2B0-1E74-EEB8-6007-6E1648FAB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0775" y="4290398"/>
              <a:ext cx="1309517" cy="372909"/>
            </a:xfrm>
            <a:prstGeom prst="rect">
              <a:avLst/>
            </a:prstGeom>
          </p:spPr>
        </p:pic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AD5E9260-36F2-DC20-4D87-A7EB8BC7A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31514" y="4287901"/>
              <a:ext cx="1309517" cy="372909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A14173FE-BEAE-949D-E754-F52DDCDF3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63125" y="4287901"/>
              <a:ext cx="1309517" cy="372909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7590339-5695-7887-88F9-25F7B0BC8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16286" y="4269382"/>
              <a:ext cx="1309517" cy="372909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F4FF0A5C-B430-7890-7EBF-E0DB22890C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47897" y="4269382"/>
              <a:ext cx="1309517" cy="372909"/>
            </a:xfrm>
            <a:prstGeom prst="rect">
              <a:avLst/>
            </a:prstGeom>
          </p:spPr>
        </p:pic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7AE9792-D6DB-7BE1-864A-6F900DDF6A29}"/>
                </a:ext>
              </a:extLst>
            </p:cNvPr>
            <p:cNvSpPr txBox="1"/>
            <p:nvPr/>
          </p:nvSpPr>
          <p:spPr>
            <a:xfrm>
              <a:off x="7336911" y="7317167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70" name="Elbow Connector 69">
              <a:extLst>
                <a:ext uri="{FF2B5EF4-FFF2-40B4-BE49-F238E27FC236}">
                  <a16:creationId xmlns:a16="http://schemas.microsoft.com/office/drawing/2014/main" id="{C5BE5BDA-9F5F-4E3B-4475-ACBBD586832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06198" y="58995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Elbow Connector 70">
              <a:extLst>
                <a:ext uri="{FF2B5EF4-FFF2-40B4-BE49-F238E27FC236}">
                  <a16:creationId xmlns:a16="http://schemas.microsoft.com/office/drawing/2014/main" id="{13D4759D-6CE7-9A3D-071C-6C2DC2FFC75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27640" y="589711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Elbow Connector 71">
              <a:extLst>
                <a:ext uri="{FF2B5EF4-FFF2-40B4-BE49-F238E27FC236}">
                  <a16:creationId xmlns:a16="http://schemas.microsoft.com/office/drawing/2014/main" id="{917B1CC2-D1F4-E251-C364-2E0FB1300DA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59590" y="589711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Elbow Connector 72">
              <a:extLst>
                <a:ext uri="{FF2B5EF4-FFF2-40B4-BE49-F238E27FC236}">
                  <a16:creationId xmlns:a16="http://schemas.microsoft.com/office/drawing/2014/main" id="{77DB8266-D001-FBFE-F4B5-F42215EBC93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68753" y="591177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0E30969A-75F7-5E57-3A55-DE90B8C2A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32727" y="6830641"/>
              <a:ext cx="1309517" cy="372908"/>
            </a:xfrm>
            <a:prstGeom prst="rect">
              <a:avLst/>
            </a:prstGeom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57775667-9248-92A3-C203-3C1C62E3C7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42096" y="6830641"/>
              <a:ext cx="1309517" cy="372908"/>
            </a:xfrm>
            <a:prstGeom prst="rect">
              <a:avLst/>
            </a:prstGeom>
          </p:spPr>
        </p:pic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FA2D819A-12A0-0717-31EA-D1DD51F36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82835" y="6828144"/>
              <a:ext cx="1309517" cy="372908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C8FD1393-1549-D12A-9CEA-CEE1CFB720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35477" y="6828144"/>
              <a:ext cx="1309517" cy="372908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D747313-9C02-F36C-34D8-6B187DA62C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33656" y="6809625"/>
              <a:ext cx="1309517" cy="372908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77977915-0B74-AC9D-1643-050D1137B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79288" y="6809625"/>
              <a:ext cx="1309517" cy="372908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36FE98B0-3D34-AB8F-74D4-9EB81E143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01764" y="6805436"/>
              <a:ext cx="1309517" cy="372908"/>
            </a:xfrm>
            <a:prstGeom prst="rect">
              <a:avLst/>
            </a:prstGeom>
          </p:spPr>
        </p:pic>
        <p:pic>
          <p:nvPicPr>
            <p:cNvPr id="86" name="Picture 85">
              <a:extLst>
                <a:ext uri="{FF2B5EF4-FFF2-40B4-BE49-F238E27FC236}">
                  <a16:creationId xmlns:a16="http://schemas.microsoft.com/office/drawing/2014/main" id="{BF01773F-65E9-534E-1E56-CB35CCCC83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45919" y="6805436"/>
              <a:ext cx="1309517" cy="372908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2EC39B0-F026-F57B-EC38-E80467B4B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44098" y="6786917"/>
              <a:ext cx="1309517" cy="372908"/>
            </a:xfrm>
            <a:prstGeom prst="rect">
              <a:avLst/>
            </a:prstGeom>
          </p:spPr>
        </p:pic>
        <p:pic>
          <p:nvPicPr>
            <p:cNvPr id="118" name="Picture 117">
              <a:extLst>
                <a:ext uri="{FF2B5EF4-FFF2-40B4-BE49-F238E27FC236}">
                  <a16:creationId xmlns:a16="http://schemas.microsoft.com/office/drawing/2014/main" id="{08F1D109-722B-1CD6-D9D7-34D6E8E487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889730" y="6786917"/>
              <a:ext cx="1309517" cy="372908"/>
            </a:xfrm>
            <a:prstGeom prst="rect">
              <a:avLst/>
            </a:prstGeom>
          </p:spPr>
        </p:pic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39E42397-6AE2-17CA-CEBD-DB2903DB1FE9}"/>
                </a:ext>
              </a:extLst>
            </p:cNvPr>
            <p:cNvSpPr txBox="1"/>
            <p:nvPr/>
          </p:nvSpPr>
          <p:spPr>
            <a:xfrm>
              <a:off x="207453" y="2998004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CCBE7E9-2DEA-871D-BCC5-770ACC24DE90}"/>
                </a:ext>
              </a:extLst>
            </p:cNvPr>
            <p:cNvSpPr txBox="1"/>
            <p:nvPr/>
          </p:nvSpPr>
          <p:spPr>
            <a:xfrm>
              <a:off x="8686210" y="5331002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271" name="Rectangle 270">
              <a:extLst>
                <a:ext uri="{FF2B5EF4-FFF2-40B4-BE49-F238E27FC236}">
                  <a16:creationId xmlns:a16="http://schemas.microsoft.com/office/drawing/2014/main" id="{18F7A9B0-C22E-0F7C-0AE9-32ACDDE3EB46}"/>
                </a:ext>
              </a:extLst>
            </p:cNvPr>
            <p:cNvSpPr/>
            <p:nvPr/>
          </p:nvSpPr>
          <p:spPr>
            <a:xfrm>
              <a:off x="-1531033" y="615255"/>
              <a:ext cx="15254065" cy="70185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2" name="Straight Arrow Connector 271">
              <a:extLst>
                <a:ext uri="{FF2B5EF4-FFF2-40B4-BE49-F238E27FC236}">
                  <a16:creationId xmlns:a16="http://schemas.microsoft.com/office/drawing/2014/main" id="{80C56646-0BC9-C9CF-F4CD-011457C86552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851130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2ADBE35E-1D6E-6826-6C47-EC7C3CF79D6F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844580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74" name="Picture 273">
              <a:extLst>
                <a:ext uri="{FF2B5EF4-FFF2-40B4-BE49-F238E27FC236}">
                  <a16:creationId xmlns:a16="http://schemas.microsoft.com/office/drawing/2014/main" id="{C91577D9-59A8-8B80-F387-CBFBF77E7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670430"/>
              <a:ext cx="1309525" cy="372909"/>
            </a:xfrm>
            <a:prstGeom prst="rect">
              <a:avLst/>
            </a:prstGeom>
          </p:spPr>
        </p:pic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EA4C4B52-4B1C-3802-6D02-62E3AEF2A3B8}"/>
                </a:ext>
              </a:extLst>
            </p:cNvPr>
            <p:cNvSpPr txBox="1"/>
            <p:nvPr/>
          </p:nvSpPr>
          <p:spPr>
            <a:xfrm>
              <a:off x="-410980" y="1091455"/>
              <a:ext cx="875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1</a:t>
              </a:r>
            </a:p>
          </p:txBody>
        </p:sp>
        <p:cxnSp>
          <p:nvCxnSpPr>
            <p:cNvPr id="276" name="Straight Arrow Connector 275">
              <a:extLst>
                <a:ext uri="{FF2B5EF4-FFF2-40B4-BE49-F238E27FC236}">
                  <a16:creationId xmlns:a16="http://schemas.microsoft.com/office/drawing/2014/main" id="{20E3C051-5310-80B5-7CD9-47630DCD9FF3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877772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7" name="Straight Arrow Connector 276">
              <a:extLst>
                <a:ext uri="{FF2B5EF4-FFF2-40B4-BE49-F238E27FC236}">
                  <a16:creationId xmlns:a16="http://schemas.microsoft.com/office/drawing/2014/main" id="{CB179DB5-C414-8139-96AF-45B7114F34DC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859156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78" name="Picture 277">
              <a:extLst>
                <a:ext uri="{FF2B5EF4-FFF2-40B4-BE49-F238E27FC236}">
                  <a16:creationId xmlns:a16="http://schemas.microsoft.com/office/drawing/2014/main" id="{B87008B3-030F-4931-CF4E-1DB0791697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670430"/>
              <a:ext cx="1309517" cy="372909"/>
            </a:xfrm>
            <a:prstGeom prst="rect">
              <a:avLst/>
            </a:prstGeom>
          </p:spPr>
        </p:pic>
        <p:pic>
          <p:nvPicPr>
            <p:cNvPr id="279" name="Picture 278">
              <a:extLst>
                <a:ext uri="{FF2B5EF4-FFF2-40B4-BE49-F238E27FC236}">
                  <a16:creationId xmlns:a16="http://schemas.microsoft.com/office/drawing/2014/main" id="{D8C89D24-FA63-00AB-A7CC-D0D7D010B8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670430"/>
              <a:ext cx="1309517" cy="372909"/>
            </a:xfrm>
            <a:prstGeom prst="rect">
              <a:avLst/>
            </a:prstGeom>
          </p:spPr>
        </p:pic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CFEB79C-C59B-323E-368F-7C411BEAEBCE}"/>
                </a:ext>
              </a:extLst>
            </p:cNvPr>
            <p:cNvSpPr txBox="1"/>
            <p:nvPr/>
          </p:nvSpPr>
          <p:spPr>
            <a:xfrm>
              <a:off x="882158" y="2017701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83DFBE55-F22B-F34C-C6F3-5F2AA3C11329}"/>
                </a:ext>
              </a:extLst>
            </p:cNvPr>
            <p:cNvSpPr txBox="1"/>
            <p:nvPr/>
          </p:nvSpPr>
          <p:spPr>
            <a:xfrm>
              <a:off x="7158463" y="2012449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6CEC8962-DDDE-A154-E2BC-EBCA9B9E8009}"/>
                </a:ext>
              </a:extLst>
            </p:cNvPr>
            <p:cNvSpPr txBox="1"/>
            <p:nvPr/>
          </p:nvSpPr>
          <p:spPr>
            <a:xfrm>
              <a:off x="5128405" y="2015390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D28EFA9E-4DC2-5A21-D5CE-447F2442AD47}"/>
                </a:ext>
              </a:extLst>
            </p:cNvPr>
            <p:cNvSpPr txBox="1"/>
            <p:nvPr/>
          </p:nvSpPr>
          <p:spPr>
            <a:xfrm>
              <a:off x="4874666" y="2261780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284" name="Straight Arrow Connector 283">
              <a:extLst>
                <a:ext uri="{FF2B5EF4-FFF2-40B4-BE49-F238E27FC236}">
                  <a16:creationId xmlns:a16="http://schemas.microsoft.com/office/drawing/2014/main" id="{4A7E0E42-BD72-03F4-83EB-16E8B449EB97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536741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32422E45-934F-6E62-8D98-EC0E75D419B8}"/>
                </a:ext>
              </a:extLst>
            </p:cNvPr>
            <p:cNvSpPr txBox="1"/>
            <p:nvPr/>
          </p:nvSpPr>
          <p:spPr>
            <a:xfrm>
              <a:off x="566074" y="487096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C74920B1-EA8E-5A17-FB64-18990551DAD5}"/>
                </a:ext>
              </a:extLst>
            </p:cNvPr>
            <p:cNvSpPr txBox="1"/>
            <p:nvPr/>
          </p:nvSpPr>
          <p:spPr>
            <a:xfrm>
              <a:off x="2086159" y="487256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210D0F01-7F89-31BD-D8CC-9EF02B7CC753}"/>
                </a:ext>
              </a:extLst>
            </p:cNvPr>
            <p:cNvSpPr txBox="1"/>
            <p:nvPr/>
          </p:nvSpPr>
          <p:spPr>
            <a:xfrm>
              <a:off x="3690188" y="490669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4307AE33-9FDD-E29F-3197-22353C776568}"/>
                </a:ext>
              </a:extLst>
            </p:cNvPr>
            <p:cNvSpPr txBox="1"/>
            <p:nvPr/>
          </p:nvSpPr>
          <p:spPr>
            <a:xfrm>
              <a:off x="5294136" y="4890352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9FDC78BC-E642-306D-75CA-BE6D0B8A5127}"/>
                </a:ext>
              </a:extLst>
            </p:cNvPr>
            <p:cNvSpPr txBox="1"/>
            <p:nvPr/>
          </p:nvSpPr>
          <p:spPr>
            <a:xfrm>
              <a:off x="-1362916" y="486567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OSMT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9B57ED1E-C42F-F7F2-3EA9-D64681A6ED40}"/>
                </a:ext>
              </a:extLst>
            </p:cNvPr>
            <p:cNvSpPr txBox="1"/>
            <p:nvPr/>
          </p:nvSpPr>
          <p:spPr>
            <a:xfrm>
              <a:off x="6680325" y="4866201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A331C102-91E8-88B1-A9D9-593BF88B5458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638476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50B883C5-6450-11FC-1BE9-C51D3EAF4D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04779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Straight Arrow Connector 292">
              <a:extLst>
                <a:ext uri="{FF2B5EF4-FFF2-40B4-BE49-F238E27FC236}">
                  <a16:creationId xmlns:a16="http://schemas.microsoft.com/office/drawing/2014/main" id="{87DF9323-EA7B-0C85-BFD5-499D87CD2A95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455735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4" name="Elbow Connector 293">
              <a:extLst>
                <a:ext uri="{FF2B5EF4-FFF2-40B4-BE49-F238E27FC236}">
                  <a16:creationId xmlns:a16="http://schemas.microsoft.com/office/drawing/2014/main" id="{1645F7C5-A1E2-134B-9A6E-6623D351216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5" name="Elbow Connector 294">
              <a:extLst>
                <a:ext uri="{FF2B5EF4-FFF2-40B4-BE49-F238E27FC236}">
                  <a16:creationId xmlns:a16="http://schemas.microsoft.com/office/drawing/2014/main" id="{7D6C26D3-F5EC-1E22-1274-360C7DB6DB9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65020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6" name="Elbow Connector 295">
              <a:extLst>
                <a:ext uri="{FF2B5EF4-FFF2-40B4-BE49-F238E27FC236}">
                  <a16:creationId xmlns:a16="http://schemas.microsoft.com/office/drawing/2014/main" id="{C489DBE2-FDA2-62A2-7FA7-A0D5C7350EE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64250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7" name="Elbow Connector 296">
              <a:extLst>
                <a:ext uri="{FF2B5EF4-FFF2-40B4-BE49-F238E27FC236}">
                  <a16:creationId xmlns:a16="http://schemas.microsoft.com/office/drawing/2014/main" id="{3323B533-274F-A24E-8CE8-348EC1F1A43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6376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Elbow Connector 297">
              <a:extLst>
                <a:ext uri="{FF2B5EF4-FFF2-40B4-BE49-F238E27FC236}">
                  <a16:creationId xmlns:a16="http://schemas.microsoft.com/office/drawing/2014/main" id="{C5BC3573-EDAD-3FCC-1407-20B053F09B6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64127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Elbow Connector 298">
              <a:extLst>
                <a:ext uri="{FF2B5EF4-FFF2-40B4-BE49-F238E27FC236}">
                  <a16:creationId xmlns:a16="http://schemas.microsoft.com/office/drawing/2014/main" id="{FB27C72A-F2AE-5999-7B3E-BBE4E1857E1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64082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718B7F34-61E2-17D7-82A6-DEC464194EB4}"/>
                </a:ext>
              </a:extLst>
            </p:cNvPr>
            <p:cNvSpPr txBox="1"/>
            <p:nvPr/>
          </p:nvSpPr>
          <p:spPr>
            <a:xfrm>
              <a:off x="3577388" y="738604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 + SMT</a:t>
              </a:r>
            </a:p>
          </p:txBody>
        </p:sp>
        <p:sp>
          <p:nvSpPr>
            <p:cNvPr id="301" name="TextBox 300">
              <a:extLst>
                <a:ext uri="{FF2B5EF4-FFF2-40B4-BE49-F238E27FC236}">
                  <a16:creationId xmlns:a16="http://schemas.microsoft.com/office/drawing/2014/main" id="{2FFE7584-7DB6-A5B2-D631-508D6D4AB971}"/>
                </a:ext>
              </a:extLst>
            </p:cNvPr>
            <p:cNvSpPr txBox="1"/>
            <p:nvPr/>
          </p:nvSpPr>
          <p:spPr>
            <a:xfrm>
              <a:off x="5058564" y="7354653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CEE+CEE</a:t>
              </a:r>
            </a:p>
          </p:txBody>
        </p:sp>
        <p:sp>
          <p:nvSpPr>
            <p:cNvPr id="302" name="TextBox 301">
              <a:extLst>
                <a:ext uri="{FF2B5EF4-FFF2-40B4-BE49-F238E27FC236}">
                  <a16:creationId xmlns:a16="http://schemas.microsoft.com/office/drawing/2014/main" id="{0C7AA655-EC8A-4A29-CDCC-4185CC30046A}"/>
                </a:ext>
              </a:extLst>
            </p:cNvPr>
            <p:cNvSpPr txBox="1"/>
            <p:nvPr/>
          </p:nvSpPr>
          <p:spPr>
            <a:xfrm>
              <a:off x="-1473208" y="732999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C112C6CD-C391-412A-EFF9-419A549EA76C}"/>
                </a:ext>
              </a:extLst>
            </p:cNvPr>
            <p:cNvSpPr txBox="1"/>
            <p:nvPr/>
          </p:nvSpPr>
          <p:spPr>
            <a:xfrm>
              <a:off x="6089587" y="7330519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NON+CEE</a:t>
              </a:r>
              <a:endParaRPr lang="en-US" sz="1200" dirty="0"/>
            </a:p>
          </p:txBody>
        </p: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D4656F6A-A314-DAFE-9EFC-2D50D8BEC8D1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01318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5" name="Elbow Connector 304">
              <a:extLst>
                <a:ext uri="{FF2B5EF4-FFF2-40B4-BE49-F238E27FC236}">
                  <a16:creationId xmlns:a16="http://schemas.microsoft.com/office/drawing/2014/main" id="{BB067476-93BC-DA42-C1A0-0679E3981F8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0366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6" name="Elbow Connector 305">
              <a:extLst>
                <a:ext uri="{FF2B5EF4-FFF2-40B4-BE49-F238E27FC236}">
                  <a16:creationId xmlns:a16="http://schemas.microsoft.com/office/drawing/2014/main" id="{2A9280E1-DC8B-D069-211C-4D36BBA7FF4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591304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" name="Elbow Connector 306">
              <a:extLst>
                <a:ext uri="{FF2B5EF4-FFF2-40B4-BE49-F238E27FC236}">
                  <a16:creationId xmlns:a16="http://schemas.microsoft.com/office/drawing/2014/main" id="{87882258-443E-CA74-6B06-624B91C1CA6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0535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8" name="Elbow Connector 307">
              <a:extLst>
                <a:ext uri="{FF2B5EF4-FFF2-40B4-BE49-F238E27FC236}">
                  <a16:creationId xmlns:a16="http://schemas.microsoft.com/office/drawing/2014/main" id="{5B03394C-5807-FD4C-1F5E-4CBFDB5086D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0052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9" name="Elbow Connector 308">
              <a:extLst>
                <a:ext uri="{FF2B5EF4-FFF2-40B4-BE49-F238E27FC236}">
                  <a16:creationId xmlns:a16="http://schemas.microsoft.com/office/drawing/2014/main" id="{E45613DC-F6CB-337D-FDAF-C79971B4581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0412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0" name="Elbow Connector 309">
              <a:extLst>
                <a:ext uri="{FF2B5EF4-FFF2-40B4-BE49-F238E27FC236}">
                  <a16:creationId xmlns:a16="http://schemas.microsoft.com/office/drawing/2014/main" id="{892AE043-7711-BCFF-F9E0-0737C3098C74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591916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11" name="Picture 310">
              <a:extLst>
                <a:ext uri="{FF2B5EF4-FFF2-40B4-BE49-F238E27FC236}">
                  <a16:creationId xmlns:a16="http://schemas.microsoft.com/office/drawing/2014/main" id="{EE27400F-2E58-070E-5261-F8FE396CFF8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290996"/>
              <a:ext cx="1309517" cy="372909"/>
            </a:xfrm>
            <a:prstGeom prst="rect">
              <a:avLst/>
            </a:prstGeom>
          </p:spPr>
        </p:pic>
        <p:pic>
          <p:nvPicPr>
            <p:cNvPr id="312" name="Picture 311">
              <a:extLst>
                <a:ext uri="{FF2B5EF4-FFF2-40B4-BE49-F238E27FC236}">
                  <a16:creationId xmlns:a16="http://schemas.microsoft.com/office/drawing/2014/main" id="{3EA1A363-AA74-DC53-0E4C-186495DD5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290996"/>
              <a:ext cx="1309517" cy="372909"/>
            </a:xfrm>
            <a:prstGeom prst="rect">
              <a:avLst/>
            </a:prstGeom>
          </p:spPr>
        </p:pic>
        <p:pic>
          <p:nvPicPr>
            <p:cNvPr id="313" name="Picture 312">
              <a:extLst>
                <a:ext uri="{FF2B5EF4-FFF2-40B4-BE49-F238E27FC236}">
                  <a16:creationId xmlns:a16="http://schemas.microsoft.com/office/drawing/2014/main" id="{EC59A789-8D4D-0C63-4B7B-661C3AC5C95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288499"/>
              <a:ext cx="1309517" cy="372909"/>
            </a:xfrm>
            <a:prstGeom prst="rect">
              <a:avLst/>
            </a:prstGeom>
          </p:spPr>
        </p:pic>
        <p:pic>
          <p:nvPicPr>
            <p:cNvPr id="314" name="Picture 313">
              <a:extLst>
                <a:ext uri="{FF2B5EF4-FFF2-40B4-BE49-F238E27FC236}">
                  <a16:creationId xmlns:a16="http://schemas.microsoft.com/office/drawing/2014/main" id="{00100E4D-4D48-5034-7A6A-01A2D4A6914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288499"/>
              <a:ext cx="1309517" cy="372909"/>
            </a:xfrm>
            <a:prstGeom prst="rect">
              <a:avLst/>
            </a:prstGeom>
          </p:spPr>
        </p:pic>
        <p:pic>
          <p:nvPicPr>
            <p:cNvPr id="315" name="Picture 314">
              <a:extLst>
                <a:ext uri="{FF2B5EF4-FFF2-40B4-BE49-F238E27FC236}">
                  <a16:creationId xmlns:a16="http://schemas.microsoft.com/office/drawing/2014/main" id="{4620B900-9A70-7B2E-525C-1A09E6E5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269980"/>
              <a:ext cx="1309517" cy="372909"/>
            </a:xfrm>
            <a:prstGeom prst="rect">
              <a:avLst/>
            </a:prstGeom>
          </p:spPr>
        </p:pic>
        <p:pic>
          <p:nvPicPr>
            <p:cNvPr id="316" name="Picture 315">
              <a:extLst>
                <a:ext uri="{FF2B5EF4-FFF2-40B4-BE49-F238E27FC236}">
                  <a16:creationId xmlns:a16="http://schemas.microsoft.com/office/drawing/2014/main" id="{04BCB6D2-2069-5435-64D6-BEF97B37BA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269980"/>
              <a:ext cx="1309517" cy="372909"/>
            </a:xfrm>
            <a:prstGeom prst="rect">
              <a:avLst/>
            </a:prstGeom>
          </p:spPr>
        </p:pic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AD8F153A-0ACB-21C8-1F61-199CD05DFD50}"/>
                </a:ext>
              </a:extLst>
            </p:cNvPr>
            <p:cNvSpPr txBox="1"/>
            <p:nvPr/>
          </p:nvSpPr>
          <p:spPr>
            <a:xfrm>
              <a:off x="7350481" y="7317765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CEE+NON</a:t>
              </a:r>
              <a:endParaRPr lang="en-US" sz="1200" dirty="0"/>
            </a:p>
          </p:txBody>
        </p:sp>
        <p:cxnSp>
          <p:nvCxnSpPr>
            <p:cNvPr id="318" name="Elbow Connector 317">
              <a:extLst>
                <a:ext uri="{FF2B5EF4-FFF2-40B4-BE49-F238E27FC236}">
                  <a16:creationId xmlns:a16="http://schemas.microsoft.com/office/drawing/2014/main" id="{0D23075E-7B92-5711-92E9-07A7D44035C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00163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9" name="Elbow Connector 318">
              <a:extLst>
                <a:ext uri="{FF2B5EF4-FFF2-40B4-BE49-F238E27FC236}">
                  <a16:creationId xmlns:a16="http://schemas.microsoft.com/office/drawing/2014/main" id="{63940FC4-1D67-1A67-F2D9-ECF5D2C5861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589771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0" name="Elbow Connector 319">
              <a:extLst>
                <a:ext uri="{FF2B5EF4-FFF2-40B4-BE49-F238E27FC236}">
                  <a16:creationId xmlns:a16="http://schemas.microsoft.com/office/drawing/2014/main" id="{93A5E384-8844-7B13-DB01-9F598A0103C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89771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1" name="Elbow Connector 320">
              <a:extLst>
                <a:ext uri="{FF2B5EF4-FFF2-40B4-BE49-F238E27FC236}">
                  <a16:creationId xmlns:a16="http://schemas.microsoft.com/office/drawing/2014/main" id="{5B27CDF8-48DD-E68A-E58D-CEAE2AA974A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1236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22" name="Picture 321">
              <a:extLst>
                <a:ext uri="{FF2B5EF4-FFF2-40B4-BE49-F238E27FC236}">
                  <a16:creationId xmlns:a16="http://schemas.microsoft.com/office/drawing/2014/main" id="{32E96E48-D9FB-98F8-FCDE-F35C9618D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831239"/>
              <a:ext cx="1309517" cy="372908"/>
            </a:xfrm>
            <a:prstGeom prst="rect">
              <a:avLst/>
            </a:prstGeom>
          </p:spPr>
        </p:pic>
        <p:pic>
          <p:nvPicPr>
            <p:cNvPr id="323" name="Picture 322">
              <a:extLst>
                <a:ext uri="{FF2B5EF4-FFF2-40B4-BE49-F238E27FC236}">
                  <a16:creationId xmlns:a16="http://schemas.microsoft.com/office/drawing/2014/main" id="{4665ADEB-D124-CADA-98EB-E350F2F33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831239"/>
              <a:ext cx="1309517" cy="372908"/>
            </a:xfrm>
            <a:prstGeom prst="rect">
              <a:avLst/>
            </a:prstGeom>
          </p:spPr>
        </p:pic>
        <p:pic>
          <p:nvPicPr>
            <p:cNvPr id="324" name="Picture 323">
              <a:extLst>
                <a:ext uri="{FF2B5EF4-FFF2-40B4-BE49-F238E27FC236}">
                  <a16:creationId xmlns:a16="http://schemas.microsoft.com/office/drawing/2014/main" id="{454CB8E5-B185-DCE1-CFFA-A81757B28A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828742"/>
              <a:ext cx="1309517" cy="372908"/>
            </a:xfrm>
            <a:prstGeom prst="rect">
              <a:avLst/>
            </a:prstGeom>
          </p:spPr>
        </p:pic>
        <p:pic>
          <p:nvPicPr>
            <p:cNvPr id="325" name="Picture 324">
              <a:extLst>
                <a:ext uri="{FF2B5EF4-FFF2-40B4-BE49-F238E27FC236}">
                  <a16:creationId xmlns:a16="http://schemas.microsoft.com/office/drawing/2014/main" id="{30CFBCBE-D868-CE8B-CD57-B764324C4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828742"/>
              <a:ext cx="1309517" cy="372908"/>
            </a:xfrm>
            <a:prstGeom prst="rect">
              <a:avLst/>
            </a:prstGeom>
          </p:spPr>
        </p:pic>
        <p:pic>
          <p:nvPicPr>
            <p:cNvPr id="326" name="Picture 325">
              <a:extLst>
                <a:ext uri="{FF2B5EF4-FFF2-40B4-BE49-F238E27FC236}">
                  <a16:creationId xmlns:a16="http://schemas.microsoft.com/office/drawing/2014/main" id="{3ED05F1D-D7F8-3080-8354-BD6EE9BF3A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10223"/>
              <a:ext cx="1309517" cy="372908"/>
            </a:xfrm>
            <a:prstGeom prst="rect">
              <a:avLst/>
            </a:prstGeom>
          </p:spPr>
        </p:pic>
        <p:pic>
          <p:nvPicPr>
            <p:cNvPr id="327" name="Picture 326">
              <a:extLst>
                <a:ext uri="{FF2B5EF4-FFF2-40B4-BE49-F238E27FC236}">
                  <a16:creationId xmlns:a16="http://schemas.microsoft.com/office/drawing/2014/main" id="{F356A89B-FB4E-8071-7406-69EF27775D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10223"/>
              <a:ext cx="1309517" cy="372908"/>
            </a:xfrm>
            <a:prstGeom prst="rect">
              <a:avLst/>
            </a:prstGeom>
          </p:spPr>
        </p:pic>
        <p:pic>
          <p:nvPicPr>
            <p:cNvPr id="328" name="Picture 327">
              <a:extLst>
                <a:ext uri="{FF2B5EF4-FFF2-40B4-BE49-F238E27FC236}">
                  <a16:creationId xmlns:a16="http://schemas.microsoft.com/office/drawing/2014/main" id="{02D989D3-D0F5-4F50-885D-0D1A5CB33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06034"/>
              <a:ext cx="1309517" cy="372908"/>
            </a:xfrm>
            <a:prstGeom prst="rect">
              <a:avLst/>
            </a:prstGeom>
          </p:spPr>
        </p:pic>
        <p:pic>
          <p:nvPicPr>
            <p:cNvPr id="329" name="Picture 328">
              <a:extLst>
                <a:ext uri="{FF2B5EF4-FFF2-40B4-BE49-F238E27FC236}">
                  <a16:creationId xmlns:a16="http://schemas.microsoft.com/office/drawing/2014/main" id="{BE38BFDB-DCA1-EEBD-480F-75684A758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06034"/>
              <a:ext cx="1309517" cy="372908"/>
            </a:xfrm>
            <a:prstGeom prst="rect">
              <a:avLst/>
            </a:prstGeom>
          </p:spPr>
        </p:pic>
        <p:pic>
          <p:nvPicPr>
            <p:cNvPr id="330" name="Picture 329">
              <a:extLst>
                <a:ext uri="{FF2B5EF4-FFF2-40B4-BE49-F238E27FC236}">
                  <a16:creationId xmlns:a16="http://schemas.microsoft.com/office/drawing/2014/main" id="{75AAB147-A2FF-46CB-A6BA-356FABC7D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787515"/>
              <a:ext cx="1309517" cy="372908"/>
            </a:xfrm>
            <a:prstGeom prst="rect">
              <a:avLst/>
            </a:prstGeom>
          </p:spPr>
        </p:pic>
        <p:pic>
          <p:nvPicPr>
            <p:cNvPr id="331" name="Picture 330">
              <a:extLst>
                <a:ext uri="{FF2B5EF4-FFF2-40B4-BE49-F238E27FC236}">
                  <a16:creationId xmlns:a16="http://schemas.microsoft.com/office/drawing/2014/main" id="{82482DC0-0749-D709-748A-3FB883E3DB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787515"/>
              <a:ext cx="1309517" cy="372908"/>
            </a:xfrm>
            <a:prstGeom prst="rect">
              <a:avLst/>
            </a:prstGeom>
          </p:spPr>
        </p:pic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A0802C4E-57B3-1891-2D83-23667BABE982}"/>
                </a:ext>
              </a:extLst>
            </p:cNvPr>
            <p:cNvSpPr txBox="1"/>
            <p:nvPr/>
          </p:nvSpPr>
          <p:spPr>
            <a:xfrm>
              <a:off x="221023" y="2998602"/>
              <a:ext cx="201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without CE</a:t>
              </a:r>
            </a:p>
          </p:txBody>
        </p: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4FAD4CD2-0143-AE71-32F1-8DF29554939A}"/>
                </a:ext>
              </a:extLst>
            </p:cNvPr>
            <p:cNvSpPr txBox="1"/>
            <p:nvPr/>
          </p:nvSpPr>
          <p:spPr>
            <a:xfrm>
              <a:off x="8699780" y="5331600"/>
              <a:ext cx="1679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Level 2 with CE</a:t>
              </a: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D4C319D1-A26D-13BF-33EB-43E55B55C238}"/>
                </a:ext>
              </a:extLst>
            </p:cNvPr>
            <p:cNvSpPr/>
            <p:nvPr/>
          </p:nvSpPr>
          <p:spPr>
            <a:xfrm>
              <a:off x="-1531033" y="704792"/>
              <a:ext cx="15254065" cy="75016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5" name="Straight Arrow Connector 334">
              <a:extLst>
                <a:ext uri="{FF2B5EF4-FFF2-40B4-BE49-F238E27FC236}">
                  <a16:creationId xmlns:a16="http://schemas.microsoft.com/office/drawing/2014/main" id="{83CD8A1D-8A37-7CDC-287B-624B6BB7C321}"/>
                </a:ext>
              </a:extLst>
            </p:cNvPr>
            <p:cNvCxnSpPr>
              <a:cxnSpLocks/>
            </p:cNvCxnSpPr>
            <p:nvPr/>
          </p:nvCxnSpPr>
          <p:spPr>
            <a:xfrm>
              <a:off x="2275109" y="940667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9E9D7802-AC8B-B7B3-A072-781E6596CB9C}"/>
                </a:ext>
              </a:extLst>
            </p:cNvPr>
            <p:cNvCxnSpPr>
              <a:cxnSpLocks/>
            </p:cNvCxnSpPr>
            <p:nvPr/>
          </p:nvCxnSpPr>
          <p:spPr>
            <a:xfrm>
              <a:off x="2267504" y="934117"/>
              <a:ext cx="6179998" cy="33192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37" name="Picture 336">
              <a:extLst>
                <a:ext uri="{FF2B5EF4-FFF2-40B4-BE49-F238E27FC236}">
                  <a16:creationId xmlns:a16="http://schemas.microsoft.com/office/drawing/2014/main" id="{7766C917-72E9-BFF2-794D-46FDB2EA5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612742" y="1759967"/>
              <a:ext cx="1309525" cy="372909"/>
            </a:xfrm>
            <a:prstGeom prst="rect">
              <a:avLst/>
            </a:prstGeom>
          </p:spPr>
        </p:pic>
        <p:sp>
          <p:nvSpPr>
            <p:cNvPr id="338" name="TextBox 337">
              <a:extLst>
                <a:ext uri="{FF2B5EF4-FFF2-40B4-BE49-F238E27FC236}">
                  <a16:creationId xmlns:a16="http://schemas.microsoft.com/office/drawing/2014/main" id="{6B0D754D-5EBD-3AAB-8BF0-103F5F5A4D18}"/>
                </a:ext>
              </a:extLst>
            </p:cNvPr>
            <p:cNvSpPr txBox="1"/>
            <p:nvPr/>
          </p:nvSpPr>
          <p:spPr>
            <a:xfrm>
              <a:off x="3156127" y="511521"/>
              <a:ext cx="99091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1</a:t>
              </a:r>
            </a:p>
          </p:txBody>
        </p:sp>
        <p:cxnSp>
          <p:nvCxnSpPr>
            <p:cNvPr id="339" name="Straight Arrow Connector 338">
              <a:extLst>
                <a:ext uri="{FF2B5EF4-FFF2-40B4-BE49-F238E27FC236}">
                  <a16:creationId xmlns:a16="http://schemas.microsoft.com/office/drawing/2014/main" id="{F4DA602D-E19D-7A98-2D28-A3C87CFC3629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5" y="967309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0" name="Straight Arrow Connector 339">
              <a:extLst>
                <a:ext uri="{FF2B5EF4-FFF2-40B4-BE49-F238E27FC236}">
                  <a16:creationId xmlns:a16="http://schemas.microsoft.com/office/drawing/2014/main" id="{5BB15961-1824-4622-F012-06E914DB2398}"/>
                </a:ext>
              </a:extLst>
            </p:cNvPr>
            <p:cNvCxnSpPr>
              <a:cxnSpLocks/>
            </p:cNvCxnSpPr>
            <p:nvPr/>
          </p:nvCxnSpPr>
          <p:spPr>
            <a:xfrm>
              <a:off x="5490810" y="948693"/>
              <a:ext cx="0" cy="796698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41" name="Picture 340">
              <a:extLst>
                <a:ext uri="{FF2B5EF4-FFF2-40B4-BE49-F238E27FC236}">
                  <a16:creationId xmlns:a16="http://schemas.microsoft.com/office/drawing/2014/main" id="{D39A22B3-F6CF-FC6E-F0D7-9CE410998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821640" y="1759967"/>
              <a:ext cx="1309517" cy="372909"/>
            </a:xfrm>
            <a:prstGeom prst="rect">
              <a:avLst/>
            </a:prstGeom>
          </p:spPr>
        </p:pic>
        <p:pic>
          <p:nvPicPr>
            <p:cNvPr id="342" name="Picture 341">
              <a:extLst>
                <a:ext uri="{FF2B5EF4-FFF2-40B4-BE49-F238E27FC236}">
                  <a16:creationId xmlns:a16="http://schemas.microsoft.com/office/drawing/2014/main" id="{73BED110-FAF9-4554-F495-81EA5623B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7756517" y="1759967"/>
              <a:ext cx="1309517" cy="372909"/>
            </a:xfrm>
            <a:prstGeom prst="rect">
              <a:avLst/>
            </a:prstGeom>
          </p:spPr>
        </p:pic>
        <p:sp>
          <p:nvSpPr>
            <p:cNvPr id="343" name="TextBox 342">
              <a:extLst>
                <a:ext uri="{FF2B5EF4-FFF2-40B4-BE49-F238E27FC236}">
                  <a16:creationId xmlns:a16="http://schemas.microsoft.com/office/drawing/2014/main" id="{393E0F8F-40F8-414F-18A3-629AE7A2604E}"/>
                </a:ext>
              </a:extLst>
            </p:cNvPr>
            <p:cNvSpPr txBox="1"/>
            <p:nvPr/>
          </p:nvSpPr>
          <p:spPr>
            <a:xfrm>
              <a:off x="882160" y="2107238"/>
              <a:ext cx="2835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without common envelope</a:t>
              </a:r>
            </a:p>
          </p:txBody>
        </p:sp>
        <p:sp>
          <p:nvSpPr>
            <p:cNvPr id="344" name="TextBox 343">
              <a:extLst>
                <a:ext uri="{FF2B5EF4-FFF2-40B4-BE49-F238E27FC236}">
                  <a16:creationId xmlns:a16="http://schemas.microsoft.com/office/drawing/2014/main" id="{319613B6-7F4D-79DB-4963-D6FC996099DB}"/>
                </a:ext>
              </a:extLst>
            </p:cNvPr>
            <p:cNvSpPr txBox="1"/>
            <p:nvPr/>
          </p:nvSpPr>
          <p:spPr>
            <a:xfrm>
              <a:off x="7158463" y="2101986"/>
              <a:ext cx="250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with common envelope</a:t>
              </a:r>
            </a:p>
          </p:txBody>
        </p: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BBB7E1A4-55F9-5103-6938-17D995DEEC58}"/>
                </a:ext>
              </a:extLst>
            </p:cNvPr>
            <p:cNvSpPr txBox="1"/>
            <p:nvPr/>
          </p:nvSpPr>
          <p:spPr>
            <a:xfrm>
              <a:off x="5128405" y="210492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</a:p>
          </p:txBody>
        </p:sp>
        <p:sp>
          <p:nvSpPr>
            <p:cNvPr id="346" name="TextBox 345">
              <a:extLst>
                <a:ext uri="{FF2B5EF4-FFF2-40B4-BE49-F238E27FC236}">
                  <a16:creationId xmlns:a16="http://schemas.microsoft.com/office/drawing/2014/main" id="{320DA4DA-D0CC-4E36-271A-28392AC45F88}"/>
                </a:ext>
              </a:extLst>
            </p:cNvPr>
            <p:cNvSpPr txBox="1"/>
            <p:nvPr/>
          </p:nvSpPr>
          <p:spPr>
            <a:xfrm>
              <a:off x="4874666" y="2351317"/>
              <a:ext cx="13612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(CE not specified)</a:t>
              </a:r>
            </a:p>
          </p:txBody>
        </p:sp>
        <p:cxnSp>
          <p:nvCxnSpPr>
            <p:cNvPr id="347" name="Straight Arrow Connector 346">
              <a:extLst>
                <a:ext uri="{FF2B5EF4-FFF2-40B4-BE49-F238E27FC236}">
                  <a16:creationId xmlns:a16="http://schemas.microsoft.com/office/drawing/2014/main" id="{3F19B7AF-F821-E21B-7487-626D73E1C577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6" y="2626278"/>
              <a:ext cx="0" cy="1086555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48" name="TextBox 347">
              <a:extLst>
                <a:ext uri="{FF2B5EF4-FFF2-40B4-BE49-F238E27FC236}">
                  <a16:creationId xmlns:a16="http://schemas.microsoft.com/office/drawing/2014/main" id="{BB8CB6E5-3E21-26DF-A85A-51F188F9CFE2}"/>
                </a:ext>
              </a:extLst>
            </p:cNvPr>
            <p:cNvSpPr txBox="1"/>
            <p:nvPr/>
          </p:nvSpPr>
          <p:spPr>
            <a:xfrm>
              <a:off x="566074" y="4960506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SMT + NON</a:t>
              </a:r>
            </a:p>
          </p:txBody>
        </p:sp>
        <p:sp>
          <p:nvSpPr>
            <p:cNvPr id="349" name="TextBox 348">
              <a:extLst>
                <a:ext uri="{FF2B5EF4-FFF2-40B4-BE49-F238E27FC236}">
                  <a16:creationId xmlns:a16="http://schemas.microsoft.com/office/drawing/2014/main" id="{695AB76E-1D3C-A4C2-217A-5ACBFCA4C3E1}"/>
                </a:ext>
              </a:extLst>
            </p:cNvPr>
            <p:cNvSpPr txBox="1"/>
            <p:nvPr/>
          </p:nvSpPr>
          <p:spPr>
            <a:xfrm>
              <a:off x="2086159" y="4962097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SMT</a:t>
              </a:r>
            </a:p>
          </p:txBody>
        </p:sp>
        <p:sp>
          <p:nvSpPr>
            <p:cNvPr id="350" name="TextBox 349">
              <a:extLst>
                <a:ext uri="{FF2B5EF4-FFF2-40B4-BE49-F238E27FC236}">
                  <a16:creationId xmlns:a16="http://schemas.microsoft.com/office/drawing/2014/main" id="{CBD856D6-5495-F020-BCED-29BA316DC9D3}"/>
                </a:ext>
              </a:extLst>
            </p:cNvPr>
            <p:cNvSpPr txBox="1"/>
            <p:nvPr/>
          </p:nvSpPr>
          <p:spPr>
            <a:xfrm>
              <a:off x="3690188" y="499623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 + NON</a:t>
              </a:r>
            </a:p>
          </p:txBody>
        </p:sp>
        <p:sp>
          <p:nvSpPr>
            <p:cNvPr id="351" name="TextBox 350">
              <a:extLst>
                <a:ext uri="{FF2B5EF4-FFF2-40B4-BE49-F238E27FC236}">
                  <a16:creationId xmlns:a16="http://schemas.microsoft.com/office/drawing/2014/main" id="{C8C4BFA9-7428-4054-92D2-FEB254C3D2B7}"/>
                </a:ext>
              </a:extLst>
            </p:cNvPr>
            <p:cNvSpPr txBox="1"/>
            <p:nvPr/>
          </p:nvSpPr>
          <p:spPr>
            <a:xfrm>
              <a:off x="5294136" y="4979889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CHE</a:t>
              </a:r>
            </a:p>
          </p:txBody>
        </p:sp>
        <p:sp>
          <p:nvSpPr>
            <p:cNvPr id="352" name="TextBox 351">
              <a:extLst>
                <a:ext uri="{FF2B5EF4-FFF2-40B4-BE49-F238E27FC236}">
                  <a16:creationId xmlns:a16="http://schemas.microsoft.com/office/drawing/2014/main" id="{2394BA38-2C57-2BF8-DDCB-7001DCA1DFB1}"/>
                </a:ext>
              </a:extLst>
            </p:cNvPr>
            <p:cNvSpPr txBox="1"/>
            <p:nvPr/>
          </p:nvSpPr>
          <p:spPr>
            <a:xfrm>
              <a:off x="-1362916" y="4955214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SMT</a:t>
              </a:r>
              <a:br>
                <a:rPr lang="en-US" dirty="0"/>
              </a:br>
              <a:r>
                <a:rPr lang="en-US" dirty="0"/>
                <a:t>(SMT+SMT)</a:t>
              </a:r>
            </a:p>
          </p:txBody>
        </p:sp>
        <p:sp>
          <p:nvSpPr>
            <p:cNvPr id="353" name="TextBox 352">
              <a:extLst>
                <a:ext uri="{FF2B5EF4-FFF2-40B4-BE49-F238E27FC236}">
                  <a16:creationId xmlns:a16="http://schemas.microsoft.com/office/drawing/2014/main" id="{7DA79E5A-E791-DBE1-7CE2-FAB5C7EC5097}"/>
                </a:ext>
              </a:extLst>
            </p:cNvPr>
            <p:cNvSpPr txBox="1"/>
            <p:nvPr/>
          </p:nvSpPr>
          <p:spPr>
            <a:xfrm>
              <a:off x="6680325" y="4955738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 </a:t>
              </a:r>
              <a:br>
                <a:rPr lang="en-US" dirty="0"/>
              </a:br>
              <a:r>
                <a:rPr lang="en-US" sz="1200" dirty="0"/>
                <a:t>without CE </a:t>
              </a:r>
            </a:p>
          </p:txBody>
        </p: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5F59696D-A6F7-B55D-2652-CCD5913B03D9}"/>
                </a:ext>
              </a:extLst>
            </p:cNvPr>
            <p:cNvCxnSpPr>
              <a:cxnSpLocks/>
            </p:cNvCxnSpPr>
            <p:nvPr/>
          </p:nvCxnSpPr>
          <p:spPr>
            <a:xfrm>
              <a:off x="-134320" y="3728013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E7B93820-F6E4-8B04-4EB9-3DA0B57EDE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44466" y="5994316"/>
              <a:ext cx="8137647" cy="1518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6" name="Straight Arrow Connector 355">
              <a:extLst>
                <a:ext uri="{FF2B5EF4-FFF2-40B4-BE49-F238E27FC236}">
                  <a16:creationId xmlns:a16="http://schemas.microsoft.com/office/drawing/2014/main" id="{C124AD74-903E-F776-7ED2-ADAEBD85F963}"/>
                </a:ext>
              </a:extLst>
            </p:cNvPr>
            <p:cNvCxnSpPr>
              <a:cxnSpLocks/>
            </p:cNvCxnSpPr>
            <p:nvPr/>
          </p:nvCxnSpPr>
          <p:spPr>
            <a:xfrm>
              <a:off x="8426263" y="2545272"/>
              <a:ext cx="42479" cy="3449044"/>
            </a:xfrm>
            <a:prstGeom prst="straightConnector1">
              <a:avLst/>
            </a:prstGeom>
            <a:ln w="57150"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7" name="Elbow Connector 356">
              <a:extLst>
                <a:ext uri="{FF2B5EF4-FFF2-40B4-BE49-F238E27FC236}">
                  <a16:creationId xmlns:a16="http://schemas.microsoft.com/office/drawing/2014/main" id="{E4EEF9EE-26F7-366F-0F52-26794A964E0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906915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8" name="Elbow Connector 357">
              <a:extLst>
                <a:ext uri="{FF2B5EF4-FFF2-40B4-BE49-F238E27FC236}">
                  <a16:creationId xmlns:a16="http://schemas.microsoft.com/office/drawing/2014/main" id="{A4041448-A637-0F58-36DF-C8C1D2C7C76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237939" y="373974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9" name="Elbow Connector 358">
              <a:extLst>
                <a:ext uri="{FF2B5EF4-FFF2-40B4-BE49-F238E27FC236}">
                  <a16:creationId xmlns:a16="http://schemas.microsoft.com/office/drawing/2014/main" id="{2CB3518D-7B10-EA73-C819-4CFD14BF3A95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630689" y="3732046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0" name="Elbow Connector 359">
              <a:extLst>
                <a:ext uri="{FF2B5EF4-FFF2-40B4-BE49-F238E27FC236}">
                  <a16:creationId xmlns:a16="http://schemas.microsoft.com/office/drawing/2014/main" id="{9B910CBE-26D0-DF52-7915-30D2EC13921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78905" y="372721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1" name="Elbow Connector 360">
              <a:extLst>
                <a:ext uri="{FF2B5EF4-FFF2-40B4-BE49-F238E27FC236}">
                  <a16:creationId xmlns:a16="http://schemas.microsoft.com/office/drawing/2014/main" id="{CB8BAE6C-36F3-BDC9-8042-8D42989A5AB4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60882" y="3730815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2" name="Elbow Connector 361">
              <a:extLst>
                <a:ext uri="{FF2B5EF4-FFF2-40B4-BE49-F238E27FC236}">
                  <a16:creationId xmlns:a16="http://schemas.microsoft.com/office/drawing/2014/main" id="{BC39C8FE-E7F1-C0B3-FE0E-2A64C5A402B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15719" y="373036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63" name="TextBox 362">
              <a:extLst>
                <a:ext uri="{FF2B5EF4-FFF2-40B4-BE49-F238E27FC236}">
                  <a16:creationId xmlns:a16="http://schemas.microsoft.com/office/drawing/2014/main" id="{9FE07A4D-61BA-04CC-D656-B8763FFAF433}"/>
                </a:ext>
              </a:extLst>
            </p:cNvPr>
            <p:cNvSpPr txBox="1"/>
            <p:nvPr/>
          </p:nvSpPr>
          <p:spPr>
            <a:xfrm>
              <a:off x="663997" y="7433599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single-core </a:t>
              </a:r>
              <a:br>
                <a:rPr lang="en-US" dirty="0"/>
              </a:br>
              <a:r>
                <a:rPr lang="en-US" dirty="0"/>
                <a:t>CE</a:t>
              </a:r>
            </a:p>
          </p:txBody>
        </p:sp>
        <p:sp>
          <p:nvSpPr>
            <p:cNvPr id="364" name="TextBox 363">
              <a:extLst>
                <a:ext uri="{FF2B5EF4-FFF2-40B4-BE49-F238E27FC236}">
                  <a16:creationId xmlns:a16="http://schemas.microsoft.com/office/drawing/2014/main" id="{9DC58FD5-95E8-90B8-2724-C657B309B37D}"/>
                </a:ext>
              </a:extLst>
            </p:cNvPr>
            <p:cNvSpPr txBox="1"/>
            <p:nvPr/>
          </p:nvSpPr>
          <p:spPr>
            <a:xfrm>
              <a:off x="2177627" y="7464750"/>
              <a:ext cx="16827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double-core CE</a:t>
              </a:r>
            </a:p>
          </p:txBody>
        </p:sp>
        <p:sp>
          <p:nvSpPr>
            <p:cNvPr id="365" name="TextBox 364">
              <a:extLst>
                <a:ext uri="{FF2B5EF4-FFF2-40B4-BE49-F238E27FC236}">
                  <a16:creationId xmlns:a16="http://schemas.microsoft.com/office/drawing/2014/main" id="{7B5F40BA-8807-8CE4-BD66-6F86BE0B8793}"/>
                </a:ext>
              </a:extLst>
            </p:cNvPr>
            <p:cNvSpPr txBox="1"/>
            <p:nvPr/>
          </p:nvSpPr>
          <p:spPr>
            <a:xfrm>
              <a:off x="3577388" y="7475584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 + SMT</a:t>
              </a:r>
            </a:p>
          </p:txBody>
        </p:sp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8C2FA2A4-5A09-649A-F450-8A53D1185531}"/>
                </a:ext>
              </a:extLst>
            </p:cNvPr>
            <p:cNvSpPr txBox="1"/>
            <p:nvPr/>
          </p:nvSpPr>
          <p:spPr>
            <a:xfrm>
              <a:off x="5058564" y="7444190"/>
              <a:ext cx="1682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CE+CE</a:t>
              </a:r>
            </a:p>
          </p:txBody>
        </p:sp>
        <p:sp>
          <p:nvSpPr>
            <p:cNvPr id="367" name="TextBox 366">
              <a:extLst>
                <a:ext uri="{FF2B5EF4-FFF2-40B4-BE49-F238E27FC236}">
                  <a16:creationId xmlns:a16="http://schemas.microsoft.com/office/drawing/2014/main" id="{5E115BDE-C05C-A6A3-2DAF-403266B38021}"/>
                </a:ext>
              </a:extLst>
            </p:cNvPr>
            <p:cNvSpPr txBox="1"/>
            <p:nvPr/>
          </p:nvSpPr>
          <p:spPr>
            <a:xfrm>
              <a:off x="-1473208" y="7419532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classic CE</a:t>
              </a:r>
            </a:p>
            <a:p>
              <a:pPr algn="ctr"/>
              <a:r>
                <a:rPr lang="en-US" dirty="0"/>
                <a:t>(SMT+CE)</a:t>
              </a:r>
            </a:p>
          </p:txBody>
        </p:sp>
        <p:sp>
          <p:nvSpPr>
            <p:cNvPr id="368" name="TextBox 367">
              <a:extLst>
                <a:ext uri="{FF2B5EF4-FFF2-40B4-BE49-F238E27FC236}">
                  <a16:creationId xmlns:a16="http://schemas.microsoft.com/office/drawing/2014/main" id="{76BF4665-C6AC-7645-F843-7BA27C0940DF}"/>
                </a:ext>
              </a:extLst>
            </p:cNvPr>
            <p:cNvSpPr txBox="1"/>
            <p:nvPr/>
          </p:nvSpPr>
          <p:spPr>
            <a:xfrm>
              <a:off x="6089587" y="7420056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NON+CE</a:t>
              </a:r>
              <a:endParaRPr lang="en-US" sz="1200" dirty="0"/>
            </a:p>
          </p:txBody>
        </p: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BAEE73D7-9E73-8C17-809C-C33573D75DF1}"/>
                </a:ext>
              </a:extLst>
            </p:cNvPr>
            <p:cNvCxnSpPr>
              <a:cxnSpLocks/>
            </p:cNvCxnSpPr>
            <p:nvPr/>
          </p:nvCxnSpPr>
          <p:spPr>
            <a:xfrm>
              <a:off x="-120626" y="5990855"/>
              <a:ext cx="7991038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0" name="Elbow Connector 369">
              <a:extLst>
                <a:ext uri="{FF2B5EF4-FFF2-40B4-BE49-F238E27FC236}">
                  <a16:creationId xmlns:a16="http://schemas.microsoft.com/office/drawing/2014/main" id="{07CF927E-387A-F82A-BE43-324A853B3457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316177" y="5993204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1" name="Elbow Connector 370">
              <a:extLst>
                <a:ext uri="{FF2B5EF4-FFF2-40B4-BE49-F238E27FC236}">
                  <a16:creationId xmlns:a16="http://schemas.microsoft.com/office/drawing/2014/main" id="{2A55C008-817B-3CCA-FD7F-5E7E2606E6A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848678" y="6002582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2" name="Elbow Connector 371">
              <a:extLst>
                <a:ext uri="{FF2B5EF4-FFF2-40B4-BE49-F238E27FC236}">
                  <a16:creationId xmlns:a16="http://schemas.microsoft.com/office/drawing/2014/main" id="{EFA2308D-D0E4-FA0E-9EE2-45D7AF9E99A1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2442906" y="5994888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3" name="Elbow Connector 372">
              <a:extLst>
                <a:ext uri="{FF2B5EF4-FFF2-40B4-BE49-F238E27FC236}">
                  <a16:creationId xmlns:a16="http://schemas.microsoft.com/office/drawing/2014/main" id="{C4AE5185-264D-2F2E-4B45-BF6593C89DC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92599" y="599006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4" name="Elbow Connector 373">
              <a:extLst>
                <a:ext uri="{FF2B5EF4-FFF2-40B4-BE49-F238E27FC236}">
                  <a16:creationId xmlns:a16="http://schemas.microsoft.com/office/drawing/2014/main" id="{0D81377C-B289-7701-E3E1-FB4016BA1EEB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-447188" y="599365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5" name="Elbow Connector 374">
              <a:extLst>
                <a:ext uri="{FF2B5EF4-FFF2-40B4-BE49-F238E27FC236}">
                  <a16:creationId xmlns:a16="http://schemas.microsoft.com/office/drawing/2014/main" id="{7A91ABA2-36E2-BCCE-E11E-AA4FF027D1B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-402025" y="6025031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76" name="Picture 375">
              <a:extLst>
                <a:ext uri="{FF2B5EF4-FFF2-40B4-BE49-F238E27FC236}">
                  <a16:creationId xmlns:a16="http://schemas.microsoft.com/office/drawing/2014/main" id="{1A754693-136D-57D5-52A1-AB4AD83593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-1070478" y="4380533"/>
              <a:ext cx="1309517" cy="372909"/>
            </a:xfrm>
            <a:prstGeom prst="rect">
              <a:avLst/>
            </a:prstGeom>
          </p:spPr>
        </p:pic>
        <p:pic>
          <p:nvPicPr>
            <p:cNvPr id="377" name="Picture 376">
              <a:extLst>
                <a:ext uri="{FF2B5EF4-FFF2-40B4-BE49-F238E27FC236}">
                  <a16:creationId xmlns:a16="http://schemas.microsoft.com/office/drawing/2014/main" id="{ACFC5174-6C4D-F765-28BB-84016AA89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04345" y="4380533"/>
              <a:ext cx="1309517" cy="372909"/>
            </a:xfrm>
            <a:prstGeom prst="rect">
              <a:avLst/>
            </a:prstGeom>
          </p:spPr>
        </p:pic>
        <p:pic>
          <p:nvPicPr>
            <p:cNvPr id="378" name="Picture 377">
              <a:extLst>
                <a:ext uri="{FF2B5EF4-FFF2-40B4-BE49-F238E27FC236}">
                  <a16:creationId xmlns:a16="http://schemas.microsoft.com/office/drawing/2014/main" id="{1B12C5AC-7EC7-A8C2-0A21-EB5544A04E6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2345084" y="4378036"/>
              <a:ext cx="1309517" cy="372909"/>
            </a:xfrm>
            <a:prstGeom prst="rect">
              <a:avLst/>
            </a:prstGeom>
          </p:spPr>
        </p:pic>
        <p:pic>
          <p:nvPicPr>
            <p:cNvPr id="379" name="Picture 378">
              <a:extLst>
                <a:ext uri="{FF2B5EF4-FFF2-40B4-BE49-F238E27FC236}">
                  <a16:creationId xmlns:a16="http://schemas.microsoft.com/office/drawing/2014/main" id="{2E36BF1C-915D-1F0D-CA53-36E575A5E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3976695" y="4378036"/>
              <a:ext cx="1309517" cy="372909"/>
            </a:xfrm>
            <a:prstGeom prst="rect">
              <a:avLst/>
            </a:prstGeom>
          </p:spPr>
        </p:pic>
        <p:pic>
          <p:nvPicPr>
            <p:cNvPr id="380" name="Picture 379">
              <a:extLst>
                <a:ext uri="{FF2B5EF4-FFF2-40B4-BE49-F238E27FC236}">
                  <a16:creationId xmlns:a16="http://schemas.microsoft.com/office/drawing/2014/main" id="{8B691A34-A24F-B6C0-1BF5-4EBD6738C4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5529856" y="4359517"/>
              <a:ext cx="1309517" cy="372909"/>
            </a:xfrm>
            <a:prstGeom prst="rect">
              <a:avLst/>
            </a:prstGeom>
          </p:spPr>
        </p:pic>
        <p:pic>
          <p:nvPicPr>
            <p:cNvPr id="381" name="Picture 380">
              <a:extLst>
                <a:ext uri="{FF2B5EF4-FFF2-40B4-BE49-F238E27FC236}">
                  <a16:creationId xmlns:a16="http://schemas.microsoft.com/office/drawing/2014/main" id="{FFBC48BF-0959-7CF7-3ACD-94C6FBB2E0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161467" y="4359517"/>
              <a:ext cx="1309517" cy="372909"/>
            </a:xfrm>
            <a:prstGeom prst="rect">
              <a:avLst/>
            </a:prstGeom>
          </p:spPr>
        </p:pic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6DCA876A-DD03-EEB9-5018-86B489CB0B79}"/>
                </a:ext>
              </a:extLst>
            </p:cNvPr>
            <p:cNvSpPr txBox="1"/>
            <p:nvPr/>
          </p:nvSpPr>
          <p:spPr>
            <a:xfrm>
              <a:off x="7350481" y="7407302"/>
              <a:ext cx="22380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CE+NON</a:t>
              </a:r>
              <a:endParaRPr lang="en-US" sz="1200" dirty="0"/>
            </a:p>
          </p:txBody>
        </p:sp>
        <p:cxnSp>
          <p:nvCxnSpPr>
            <p:cNvPr id="383" name="Elbow Connector 382">
              <a:extLst>
                <a:ext uri="{FF2B5EF4-FFF2-40B4-BE49-F238E27FC236}">
                  <a16:creationId xmlns:a16="http://schemas.microsoft.com/office/drawing/2014/main" id="{29A5DB78-9F4C-F8C8-103F-2BF13B4420B9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7619768" y="5989700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4" name="Elbow Connector 383">
              <a:extLst>
                <a:ext uri="{FF2B5EF4-FFF2-40B4-BE49-F238E27FC236}">
                  <a16:creationId xmlns:a16="http://schemas.microsoft.com/office/drawing/2014/main" id="{11CBC4BF-1CFA-F8F7-AA03-313025F39862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541210" y="600357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5" name="Elbow Connector 384">
              <a:extLst>
                <a:ext uri="{FF2B5EF4-FFF2-40B4-BE49-F238E27FC236}">
                  <a16:creationId xmlns:a16="http://schemas.microsoft.com/office/drawing/2014/main" id="{1944B78F-2763-2D77-9476-02DD292BF28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9073160" y="5987249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6" name="Elbow Connector 385">
              <a:extLst>
                <a:ext uri="{FF2B5EF4-FFF2-40B4-BE49-F238E27FC236}">
                  <a16:creationId xmlns:a16="http://schemas.microsoft.com/office/drawing/2014/main" id="{17DE531E-353B-9971-C7B5-296DCA8F46A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10582323" y="5985577"/>
              <a:ext cx="1919986" cy="486745"/>
            </a:xfrm>
            <a:prstGeom prst="bentConnector3">
              <a:avLst>
                <a:gd name="adj1" fmla="val 100235"/>
              </a:avLst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1D5B8D34-E723-DFB8-DFC2-B46FA05199B3}"/>
                </a:ext>
              </a:extLst>
            </p:cNvPr>
            <p:cNvSpPr txBox="1"/>
            <p:nvPr/>
          </p:nvSpPr>
          <p:spPr>
            <a:xfrm>
              <a:off x="8664903" y="746046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radiative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D2B6F06A-7C59-B29C-31C7-140FA97322F8}"/>
                </a:ext>
              </a:extLst>
            </p:cNvPr>
            <p:cNvSpPr txBox="1"/>
            <p:nvPr/>
          </p:nvSpPr>
          <p:spPr>
            <a:xfrm>
              <a:off x="11460720" y="7451989"/>
              <a:ext cx="223809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other</a:t>
              </a:r>
            </a:p>
            <a:p>
              <a:pPr algn="ctr"/>
              <a:r>
                <a:rPr lang="en-US" sz="1200" dirty="0"/>
                <a:t>with CE </a:t>
              </a:r>
            </a:p>
          </p:txBody>
        </p:sp>
        <p:sp>
          <p:nvSpPr>
            <p:cNvPr id="389" name="TextBox 388">
              <a:extLst>
                <a:ext uri="{FF2B5EF4-FFF2-40B4-BE49-F238E27FC236}">
                  <a16:creationId xmlns:a16="http://schemas.microsoft.com/office/drawing/2014/main" id="{3678CE3F-2BB0-F0E7-2FD4-2518F7F602AA}"/>
                </a:ext>
              </a:extLst>
            </p:cNvPr>
            <p:cNvSpPr txBox="1"/>
            <p:nvPr/>
          </p:nvSpPr>
          <p:spPr>
            <a:xfrm>
              <a:off x="10128606" y="7437317"/>
              <a:ext cx="22380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convective</a:t>
              </a:r>
              <a:br>
                <a:rPr lang="en-US" dirty="0"/>
              </a:br>
              <a:r>
                <a:rPr lang="en-US" dirty="0"/>
                <a:t>CE</a:t>
              </a:r>
              <a:endParaRPr lang="en-US" sz="1200" dirty="0"/>
            </a:p>
          </p:txBody>
        </p:sp>
        <p:pic>
          <p:nvPicPr>
            <p:cNvPr id="390" name="Picture 389">
              <a:extLst>
                <a:ext uri="{FF2B5EF4-FFF2-40B4-BE49-F238E27FC236}">
                  <a16:creationId xmlns:a16="http://schemas.microsoft.com/office/drawing/2014/main" id="{A6722A34-91E9-F2D7-4009-6B34A3452F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-1019157" y="6920776"/>
              <a:ext cx="1309517" cy="372908"/>
            </a:xfrm>
            <a:prstGeom prst="rect">
              <a:avLst/>
            </a:prstGeom>
          </p:spPr>
        </p:pic>
        <p:pic>
          <p:nvPicPr>
            <p:cNvPr id="391" name="Picture 390">
              <a:extLst>
                <a:ext uri="{FF2B5EF4-FFF2-40B4-BE49-F238E27FC236}">
                  <a16:creationId xmlns:a16="http://schemas.microsoft.com/office/drawing/2014/main" id="{AC506EA1-B3ED-4756-3FCD-9331233EE6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855666" y="6920776"/>
              <a:ext cx="1309517" cy="372908"/>
            </a:xfrm>
            <a:prstGeom prst="rect">
              <a:avLst/>
            </a:prstGeom>
          </p:spPr>
        </p:pic>
        <p:pic>
          <p:nvPicPr>
            <p:cNvPr id="392" name="Picture 391">
              <a:extLst>
                <a:ext uri="{FF2B5EF4-FFF2-40B4-BE49-F238E27FC236}">
                  <a16:creationId xmlns:a16="http://schemas.microsoft.com/office/drawing/2014/main" id="{49240EAB-2C12-311D-0417-4A36BCA8CC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2396405" y="6918279"/>
              <a:ext cx="1309517" cy="372908"/>
            </a:xfrm>
            <a:prstGeom prst="rect">
              <a:avLst/>
            </a:prstGeom>
          </p:spPr>
        </p:pic>
        <p:pic>
          <p:nvPicPr>
            <p:cNvPr id="393" name="Picture 392">
              <a:extLst>
                <a:ext uri="{FF2B5EF4-FFF2-40B4-BE49-F238E27FC236}">
                  <a16:creationId xmlns:a16="http://schemas.microsoft.com/office/drawing/2014/main" id="{10294276-BA50-8575-808B-C9A27A32FD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/>
            <a:stretch/>
          </p:blipFill>
          <p:spPr>
            <a:xfrm>
              <a:off x="3749047" y="6918279"/>
              <a:ext cx="1309517" cy="372908"/>
            </a:xfrm>
            <a:prstGeom prst="rect">
              <a:avLst/>
            </a:prstGeom>
          </p:spPr>
        </p:pic>
        <p:pic>
          <p:nvPicPr>
            <p:cNvPr id="394" name="Picture 393">
              <a:extLst>
                <a:ext uri="{FF2B5EF4-FFF2-40B4-BE49-F238E27FC236}">
                  <a16:creationId xmlns:a16="http://schemas.microsoft.com/office/drawing/2014/main" id="{65F3C568-7612-A0F4-1751-CBF2C2AC7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rcRect/>
            <a:stretch/>
          </p:blipFill>
          <p:spPr>
            <a:xfrm>
              <a:off x="5147226" y="6899760"/>
              <a:ext cx="1309517" cy="372908"/>
            </a:xfrm>
            <a:prstGeom prst="rect">
              <a:avLst/>
            </a:prstGeom>
          </p:spPr>
        </p:pic>
        <p:pic>
          <p:nvPicPr>
            <p:cNvPr id="395" name="Picture 394">
              <a:extLst>
                <a:ext uri="{FF2B5EF4-FFF2-40B4-BE49-F238E27FC236}">
                  <a16:creationId xmlns:a16="http://schemas.microsoft.com/office/drawing/2014/main" id="{3F2E8142-1E7F-23B9-1D60-153777000C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/>
            <a:stretch/>
          </p:blipFill>
          <p:spPr>
            <a:xfrm>
              <a:off x="6592858" y="6899760"/>
              <a:ext cx="1309517" cy="372908"/>
            </a:xfrm>
            <a:prstGeom prst="rect">
              <a:avLst/>
            </a:prstGeom>
          </p:spPr>
        </p:pic>
        <p:pic>
          <p:nvPicPr>
            <p:cNvPr id="396" name="Picture 395">
              <a:extLst>
                <a:ext uri="{FF2B5EF4-FFF2-40B4-BE49-F238E27FC236}">
                  <a16:creationId xmlns:a16="http://schemas.microsoft.com/office/drawing/2014/main" id="{571B3F4E-3F0D-7EA3-4F82-1978FCD40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/>
            <a:stretch/>
          </p:blipFill>
          <p:spPr>
            <a:xfrm>
              <a:off x="7815334" y="6895571"/>
              <a:ext cx="1309517" cy="372908"/>
            </a:xfrm>
            <a:prstGeom prst="rect">
              <a:avLst/>
            </a:prstGeom>
          </p:spPr>
        </p:pic>
        <p:pic>
          <p:nvPicPr>
            <p:cNvPr id="397" name="Picture 396">
              <a:extLst>
                <a:ext uri="{FF2B5EF4-FFF2-40B4-BE49-F238E27FC236}">
                  <a16:creationId xmlns:a16="http://schemas.microsoft.com/office/drawing/2014/main" id="{A0612120-1554-611E-FF68-2F45622BFD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rcRect/>
            <a:stretch/>
          </p:blipFill>
          <p:spPr>
            <a:xfrm>
              <a:off x="9059489" y="6895571"/>
              <a:ext cx="1309517" cy="372908"/>
            </a:xfrm>
            <a:prstGeom prst="rect">
              <a:avLst/>
            </a:prstGeom>
          </p:spPr>
        </p:pic>
        <p:pic>
          <p:nvPicPr>
            <p:cNvPr id="398" name="Picture 397">
              <a:extLst>
                <a:ext uri="{FF2B5EF4-FFF2-40B4-BE49-F238E27FC236}">
                  <a16:creationId xmlns:a16="http://schemas.microsoft.com/office/drawing/2014/main" id="{2A337931-9CBA-C980-AD37-8BFCD06743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457668" y="6877052"/>
              <a:ext cx="1309517" cy="372908"/>
            </a:xfrm>
            <a:prstGeom prst="rect">
              <a:avLst/>
            </a:prstGeom>
          </p:spPr>
        </p:pic>
        <p:pic>
          <p:nvPicPr>
            <p:cNvPr id="399" name="Picture 398">
              <a:extLst>
                <a:ext uri="{FF2B5EF4-FFF2-40B4-BE49-F238E27FC236}">
                  <a16:creationId xmlns:a16="http://schemas.microsoft.com/office/drawing/2014/main" id="{92DE79AA-ABE6-230D-7EA6-19B88C13D3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rcRect/>
            <a:stretch/>
          </p:blipFill>
          <p:spPr>
            <a:xfrm>
              <a:off x="11903300" y="6877052"/>
              <a:ext cx="1309517" cy="372908"/>
            </a:xfrm>
            <a:prstGeom prst="rect">
              <a:avLst/>
            </a:prstGeom>
          </p:spPr>
        </p:pic>
        <p:sp>
          <p:nvSpPr>
            <p:cNvPr id="400" name="TextBox 399">
              <a:extLst>
                <a:ext uri="{FF2B5EF4-FFF2-40B4-BE49-F238E27FC236}">
                  <a16:creationId xmlns:a16="http://schemas.microsoft.com/office/drawing/2014/main" id="{AB8A4866-2219-7F36-2270-5FF095C9929A}"/>
                </a:ext>
              </a:extLst>
            </p:cNvPr>
            <p:cNvSpPr txBox="1"/>
            <p:nvPr/>
          </p:nvSpPr>
          <p:spPr>
            <a:xfrm>
              <a:off x="-450169" y="3349396"/>
              <a:ext cx="23182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2 without CE</a:t>
              </a:r>
            </a:p>
          </p:txBody>
        </p:sp>
        <p:sp>
          <p:nvSpPr>
            <p:cNvPr id="401" name="TextBox 400">
              <a:extLst>
                <a:ext uri="{FF2B5EF4-FFF2-40B4-BE49-F238E27FC236}">
                  <a16:creationId xmlns:a16="http://schemas.microsoft.com/office/drawing/2014/main" id="{9F1C956A-8FCD-575B-8894-5F1D0B209CA9}"/>
                </a:ext>
              </a:extLst>
            </p:cNvPr>
            <p:cNvSpPr txBox="1"/>
            <p:nvPr/>
          </p:nvSpPr>
          <p:spPr>
            <a:xfrm>
              <a:off x="9244089" y="5568095"/>
              <a:ext cx="19302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Level 2 with CE</a:t>
              </a:r>
            </a:p>
          </p:txBody>
        </p:sp>
      </p:grp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EF0A422D-7C7E-9A39-413C-C57CBC2C90EA}"/>
              </a:ext>
            </a:extLst>
          </p:cNvPr>
          <p:cNvCxnSpPr>
            <a:cxnSpLocks/>
          </p:cNvCxnSpPr>
          <p:nvPr/>
        </p:nvCxnSpPr>
        <p:spPr>
          <a:xfrm flipV="1">
            <a:off x="5785828" y="898071"/>
            <a:ext cx="0" cy="50550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52012D8-6E4A-A821-41C0-DE8F61CE2A97}"/>
              </a:ext>
            </a:extLst>
          </p:cNvPr>
          <p:cNvSpPr txBox="1"/>
          <p:nvPr/>
        </p:nvSpPr>
        <p:spPr>
          <a:xfrm>
            <a:off x="3373020" y="351003"/>
            <a:ext cx="48256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mergers from isolated binary evolution</a:t>
            </a:r>
          </a:p>
        </p:txBody>
      </p:sp>
    </p:spTree>
    <p:extLst>
      <p:ext uri="{BB962C8B-B14F-4D97-AF65-F5344CB8AC3E}">
        <p14:creationId xmlns:p14="http://schemas.microsoft.com/office/powerpoint/2010/main" val="2364104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00D9B-5A9C-8F65-5FE7-C8790C74E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D2DAF311-BABA-2713-3FAE-72027FADF468}"/>
              </a:ext>
            </a:extLst>
          </p:cNvPr>
          <p:cNvSpPr/>
          <p:nvPr/>
        </p:nvSpPr>
        <p:spPr>
          <a:xfrm>
            <a:off x="-1544603" y="614657"/>
            <a:ext cx="15254065" cy="7018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C722004-6693-BA3E-6EAA-67094A1FAA6E}"/>
              </a:ext>
            </a:extLst>
          </p:cNvPr>
          <p:cNvSpPr txBox="1"/>
          <p:nvPr/>
        </p:nvSpPr>
        <p:spPr>
          <a:xfrm>
            <a:off x="10238051" y="6482283"/>
            <a:ext cx="167552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(CE3) </a:t>
            </a:r>
            <a:br>
              <a:rPr lang="en-US" dirty="0"/>
            </a:br>
            <a:r>
              <a:rPr lang="en-US" dirty="0"/>
              <a:t>single-core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688AEED7-7499-F56B-2A4E-803EE440D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6155" y="1705071"/>
            <a:ext cx="533400" cy="3302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A22CD44-3C9E-331A-9697-79A28211F08C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7298AB9-D37C-353E-C355-FC14D32E1382}"/>
              </a:ext>
            </a:extLst>
          </p:cNvPr>
          <p:cNvSpPr txBox="1"/>
          <p:nvPr/>
        </p:nvSpPr>
        <p:spPr>
          <a:xfrm>
            <a:off x="1204422" y="1978603"/>
            <a:ext cx="2553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</a:t>
            </a:r>
            <a:r>
              <a:rPr lang="en-US" dirty="0"/>
              <a:t>)  no CE 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4417CB-5585-281A-1BAC-ECB8AF493185}"/>
              </a:ext>
            </a:extLst>
          </p:cNvPr>
          <p:cNvSpPr txBox="1"/>
          <p:nvPr/>
        </p:nvSpPr>
        <p:spPr>
          <a:xfrm>
            <a:off x="7209195" y="1978843"/>
            <a:ext cx="1954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(CE)  CE 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ABC1D2-753F-348E-BCDC-6AF8E0100776}"/>
              </a:ext>
            </a:extLst>
          </p:cNvPr>
          <p:cNvSpPr txBox="1"/>
          <p:nvPr/>
        </p:nvSpPr>
        <p:spPr>
          <a:xfrm>
            <a:off x="4952505" y="1938962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(O)  other 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3D221C86-902B-C807-4358-4007760C577F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DF4D7E7-7AC3-5DE1-B91F-B65CFF8EFE54}"/>
              </a:ext>
            </a:extLst>
          </p:cNvPr>
          <p:cNvCxnSpPr>
            <a:cxnSpLocks/>
          </p:cNvCxnSpPr>
          <p:nvPr/>
        </p:nvCxnSpPr>
        <p:spPr>
          <a:xfrm>
            <a:off x="-4618599" y="77847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574B654-DF40-F656-3008-A6D870082FA8}"/>
              </a:ext>
            </a:extLst>
          </p:cNvPr>
          <p:cNvCxnSpPr>
            <a:cxnSpLocks/>
          </p:cNvCxnSpPr>
          <p:nvPr/>
        </p:nvCxnSpPr>
        <p:spPr>
          <a:xfrm>
            <a:off x="2388624" y="850532"/>
            <a:ext cx="5826708" cy="40336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E263A1E-F684-A4A9-07FE-A911241248A1}"/>
              </a:ext>
            </a:extLst>
          </p:cNvPr>
          <p:cNvSpPr txBox="1"/>
          <p:nvPr/>
        </p:nvSpPr>
        <p:spPr>
          <a:xfrm>
            <a:off x="-1165176" y="4337640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(noCE1)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089FE5-E345-62AE-07CE-C44CCE859711}"/>
              </a:ext>
            </a:extLst>
          </p:cNvPr>
          <p:cNvSpPr txBox="1"/>
          <p:nvPr/>
        </p:nvSpPr>
        <p:spPr>
          <a:xfrm>
            <a:off x="4608218" y="4346108"/>
            <a:ext cx="1393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</a:t>
            </a:r>
            <a:r>
              <a:rPr lang="en-US" dirty="0" err="1"/>
              <a:t>noCEO</a:t>
            </a:r>
            <a:r>
              <a:rPr lang="en-US" dirty="0"/>
              <a:t>) </a:t>
            </a:r>
            <a:br>
              <a:rPr lang="en-US" dirty="0"/>
            </a:br>
            <a:r>
              <a:rPr lang="en-US" dirty="0"/>
              <a:t>other  no 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DEA7CA-7700-E0BD-6A51-18A4FBF7E7A9}"/>
              </a:ext>
            </a:extLst>
          </p:cNvPr>
          <p:cNvSpPr txBox="1"/>
          <p:nvPr/>
        </p:nvSpPr>
        <p:spPr>
          <a:xfrm>
            <a:off x="581919" y="4320360"/>
            <a:ext cx="18840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(noCE2) </a:t>
            </a:r>
            <a:br>
              <a:rPr lang="en-US" dirty="0"/>
            </a:br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E2EB29-CA61-EAC3-8D9F-C804F8378ABF}"/>
              </a:ext>
            </a:extLst>
          </p:cNvPr>
          <p:cNvSpPr txBox="1"/>
          <p:nvPr/>
        </p:nvSpPr>
        <p:spPr>
          <a:xfrm>
            <a:off x="2561706" y="4318054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(noCE3)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E7DB7499-72EE-B53E-3F69-03A5C042B611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5829A291-F9E0-C729-25EA-9F3C6787335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737625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BEEAC7CB-48E9-5C95-5519-3388EF9C7A2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55493" y="335683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F7282F8F-1BD5-E680-0318-9370F280E91D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979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D7A8AB5-B98E-B1E8-009C-784E4BA71358}"/>
              </a:ext>
            </a:extLst>
          </p:cNvPr>
          <p:cNvSpPr txBox="1"/>
          <p:nvPr/>
        </p:nvSpPr>
        <p:spPr>
          <a:xfrm>
            <a:off x="2617790" y="6411917"/>
            <a:ext cx="18040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(CE1) </a:t>
            </a:r>
            <a:br>
              <a:rPr lang="en-US" dirty="0"/>
            </a:br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CB31711-9C98-AE05-D797-F73E32C997B1}"/>
              </a:ext>
            </a:extLst>
          </p:cNvPr>
          <p:cNvSpPr txBox="1"/>
          <p:nvPr/>
        </p:nvSpPr>
        <p:spPr>
          <a:xfrm>
            <a:off x="8756601" y="6384165"/>
            <a:ext cx="8204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(CEO) </a:t>
            </a:r>
            <a:br>
              <a:rPr lang="en-US" dirty="0"/>
            </a:br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869526E-8D60-1DE0-E654-610BF2AA8B13}"/>
              </a:ext>
            </a:extLst>
          </p:cNvPr>
          <p:cNvSpPr txBox="1"/>
          <p:nvPr/>
        </p:nvSpPr>
        <p:spPr>
          <a:xfrm>
            <a:off x="4653906" y="6398741"/>
            <a:ext cx="16466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(CE5) </a:t>
            </a:r>
            <a:br>
              <a:rPr lang="en-US" dirty="0"/>
            </a:br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A67B4A-6097-F2D2-2CDA-78CB3FD21173}"/>
              </a:ext>
            </a:extLst>
          </p:cNvPr>
          <p:cNvSpPr txBox="1"/>
          <p:nvPr/>
        </p:nvSpPr>
        <p:spPr>
          <a:xfrm>
            <a:off x="6269582" y="6391103"/>
            <a:ext cx="2180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(CE4) </a:t>
            </a:r>
          </a:p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5AB6E2A7-8330-3C16-6264-655F07D13641}"/>
              </a:ext>
            </a:extLst>
          </p:cNvPr>
          <p:cNvCxnSpPr>
            <a:cxnSpLocks/>
          </p:cNvCxnSpPr>
          <p:nvPr/>
        </p:nvCxnSpPr>
        <p:spPr>
          <a:xfrm rot="10800000" flipV="1">
            <a:off x="543978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4C532B27-7A8B-693E-938C-9F348FF0169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0640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EE0981DE-C670-4154-F234-FEBF3F5DD94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22639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41A716D8-6094-8484-A300-F55CDD622748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617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4B07D80B-6659-EF5B-BAE1-112CCE306FC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7741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6C576D9-053A-826E-3322-AB539888542E}"/>
              </a:ext>
            </a:extLst>
          </p:cNvPr>
          <p:cNvSpPr txBox="1"/>
          <p:nvPr/>
        </p:nvSpPr>
        <p:spPr>
          <a:xfrm>
            <a:off x="670002" y="6539265"/>
            <a:ext cx="1592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(CE7) </a:t>
            </a:r>
            <a:br>
              <a:rPr lang="en-US" dirty="0"/>
            </a:br>
            <a:r>
              <a:rPr lang="en-US" dirty="0"/>
              <a:t>convective CE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17D388A1-5FF7-5C8B-B6BE-B25B2C0087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-234192" y="5664822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F9FDC04C-7E2B-B36C-6A4C-88554FF4D8B8}"/>
              </a:ext>
            </a:extLst>
          </p:cNvPr>
          <p:cNvSpPr txBox="1"/>
          <p:nvPr/>
        </p:nvSpPr>
        <p:spPr>
          <a:xfrm>
            <a:off x="-920468" y="6553464"/>
            <a:ext cx="13725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(CE6) </a:t>
            </a:r>
            <a:br>
              <a:rPr lang="en-US" dirty="0"/>
            </a:br>
            <a:r>
              <a:rPr lang="en-US" dirty="0"/>
              <a:t>radiative CE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253A1A2-807C-597E-D6CD-D597D24F7413}"/>
              </a:ext>
            </a:extLst>
          </p:cNvPr>
          <p:cNvCxnSpPr>
            <a:cxnSpLocks/>
          </p:cNvCxnSpPr>
          <p:nvPr/>
        </p:nvCxnSpPr>
        <p:spPr>
          <a:xfrm>
            <a:off x="8235210" y="2482615"/>
            <a:ext cx="0" cy="3182207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CF4BA0B-DC9C-9C4A-371F-39D8F5BBB142}"/>
              </a:ext>
            </a:extLst>
          </p:cNvPr>
          <p:cNvSpPr txBox="1"/>
          <p:nvPr/>
        </p:nvSpPr>
        <p:spPr>
          <a:xfrm>
            <a:off x="11924942" y="6482283"/>
            <a:ext cx="17845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(CE2) </a:t>
            </a:r>
            <a:br>
              <a:rPr lang="en-US" dirty="0"/>
            </a:br>
            <a:r>
              <a:rPr lang="en-US" dirty="0"/>
              <a:t>double-core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16507C95-0FAF-A7AB-A14C-4BB3E75ADD3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51723" y="566155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39569560-E3B4-E966-C4FA-1AEE8172741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794042" y="1669832"/>
            <a:ext cx="1309525" cy="372909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51F5674A-FA75-AE41-E5B4-6F75D6201D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703" y="1670912"/>
            <a:ext cx="482600" cy="2667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A1FD1868-11F8-64B7-D134-63EBFD7D45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2874" y="6310317"/>
            <a:ext cx="508000" cy="2032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8ABBBF0-89A2-F105-0376-C4795984FB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3457" y="6336160"/>
            <a:ext cx="478447" cy="242177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15205DC3-27CF-8B6E-92A4-7FC1A760ED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5438" y="6323772"/>
            <a:ext cx="482600" cy="254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68351C43-C82A-85EA-2B59-DE704DB1501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1454" y="6170617"/>
            <a:ext cx="457200" cy="2413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0F61246C-66CF-8FEA-A06B-558F10F240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524530" y="6355282"/>
            <a:ext cx="537031" cy="254001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063450A-3352-1639-4DA7-3DE45D42C69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73681" y="3971735"/>
            <a:ext cx="539033" cy="291369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500C7B5D-C740-FDF5-01BC-5D6F53930A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00639" y="6197487"/>
            <a:ext cx="639584" cy="31603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94633E2-5AAD-2728-7FDA-764ACEF8A9BA}"/>
              </a:ext>
            </a:extLst>
          </p:cNvPr>
          <p:cNvCxnSpPr>
            <a:cxnSpLocks/>
          </p:cNvCxnSpPr>
          <p:nvPr/>
        </p:nvCxnSpPr>
        <p:spPr>
          <a:xfrm>
            <a:off x="2455246" y="2536143"/>
            <a:ext cx="0" cy="1086555"/>
          </a:xfrm>
          <a:prstGeom prst="straightConnector1">
            <a:avLst/>
          </a:prstGeom>
          <a:ln w="57150"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Frame 17">
            <a:extLst>
              <a:ext uri="{FF2B5EF4-FFF2-40B4-BE49-F238E27FC236}">
                <a16:creationId xmlns:a16="http://schemas.microsoft.com/office/drawing/2014/main" id="{4618093E-CE94-080C-B5DB-C68E75B9793C}"/>
              </a:ext>
            </a:extLst>
          </p:cNvPr>
          <p:cNvSpPr/>
          <p:nvPr/>
        </p:nvSpPr>
        <p:spPr>
          <a:xfrm>
            <a:off x="-639333" y="9226477"/>
            <a:ext cx="3839972" cy="2294334"/>
          </a:xfrm>
          <a:prstGeom prst="frame">
            <a:avLst>
              <a:gd name="adj1" fmla="val 0"/>
            </a:avLst>
          </a:prstGeom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B1E4CB-F122-68B2-3561-106F71DBCC2A}"/>
              </a:ext>
            </a:extLst>
          </p:cNvPr>
          <p:cNvSpPr txBox="1"/>
          <p:nvPr/>
        </p:nvSpPr>
        <p:spPr>
          <a:xfrm>
            <a:off x="-324111" y="5360061"/>
            <a:ext cx="17709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Dorozsmai</a:t>
            </a:r>
            <a:r>
              <a:rPr lang="en-US" sz="1400" dirty="0"/>
              <a:t> &amp; Toonen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EB5C6-4AF2-76C7-EE67-D528F8F80572}"/>
              </a:ext>
            </a:extLst>
          </p:cNvPr>
          <p:cNvSpPr txBox="1"/>
          <p:nvPr/>
        </p:nvSpPr>
        <p:spPr>
          <a:xfrm>
            <a:off x="-446704" y="1072241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32BB33-9BCE-9DBC-89A5-94EF4FEB8C98}"/>
              </a:ext>
            </a:extLst>
          </p:cNvPr>
          <p:cNvSpPr txBox="1"/>
          <p:nvPr/>
        </p:nvSpPr>
        <p:spPr>
          <a:xfrm>
            <a:off x="-466430" y="2364735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Level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EF4A7A-7C37-0497-D2FA-F521E3CB7D83}"/>
              </a:ext>
            </a:extLst>
          </p:cNvPr>
          <p:cNvSpPr txBox="1"/>
          <p:nvPr/>
        </p:nvSpPr>
        <p:spPr>
          <a:xfrm>
            <a:off x="4861096" y="2222682"/>
            <a:ext cx="13612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(CE not specified)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2EDA452-A116-1FE2-34CD-3377109213C7}"/>
              </a:ext>
            </a:extLst>
          </p:cNvPr>
          <p:cNvCxnSpPr>
            <a:cxnSpLocks/>
          </p:cNvCxnSpPr>
          <p:nvPr/>
        </p:nvCxnSpPr>
        <p:spPr>
          <a:xfrm>
            <a:off x="8172855" y="877174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4F6F0B-3C62-2FB8-2B92-71D730F919E7}"/>
              </a:ext>
            </a:extLst>
          </p:cNvPr>
          <p:cNvCxnSpPr>
            <a:cxnSpLocks/>
          </p:cNvCxnSpPr>
          <p:nvPr/>
        </p:nvCxnSpPr>
        <p:spPr>
          <a:xfrm>
            <a:off x="5477240" y="85855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284EE17-7AA8-23EF-98E1-6E94AE08C79C}"/>
              </a:ext>
            </a:extLst>
          </p:cNvPr>
          <p:cNvSpPr txBox="1"/>
          <p:nvPr/>
        </p:nvSpPr>
        <p:spPr>
          <a:xfrm>
            <a:off x="-383177" y="9365496"/>
            <a:ext cx="3378695" cy="2155315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347B1-20D2-2C35-1560-65B4D63477C8}"/>
              </a:ext>
            </a:extLst>
          </p:cNvPr>
          <p:cNvSpPr txBox="1"/>
          <p:nvPr/>
        </p:nvSpPr>
        <p:spPr>
          <a:xfrm>
            <a:off x="5515003" y="1068150"/>
            <a:ext cx="93647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Olejak</a:t>
            </a:r>
            <a:r>
              <a:rPr lang="en-US" sz="1000" dirty="0"/>
              <a:t> (2021)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F1493A-58C1-4DB0-7C37-A10CA8168C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33592" y="1647954"/>
            <a:ext cx="1309525" cy="372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783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2F87A-EC33-2797-9E02-043B44358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C75E755-E381-95F5-3A1B-9D26EB7184A2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2A9746-729F-5CE8-460D-C4A4BB2142AB}"/>
              </a:ext>
            </a:extLst>
          </p:cNvPr>
          <p:cNvCxnSpPr>
            <a:cxnSpLocks/>
          </p:cNvCxnSpPr>
          <p:nvPr/>
        </p:nvCxnSpPr>
        <p:spPr>
          <a:xfrm>
            <a:off x="6113926" y="88310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549399C-747C-233E-F615-51AEB364859C}"/>
              </a:ext>
            </a:extLst>
          </p:cNvPr>
          <p:cNvCxnSpPr>
            <a:cxnSpLocks/>
          </p:cNvCxnSpPr>
          <p:nvPr/>
        </p:nvCxnSpPr>
        <p:spPr>
          <a:xfrm>
            <a:off x="9192378" y="881789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5993DCB-CF27-14E7-2BA2-F3F2316BB92D}"/>
              </a:ext>
            </a:extLst>
          </p:cNvPr>
          <p:cNvSpPr txBox="1"/>
          <p:nvPr/>
        </p:nvSpPr>
        <p:spPr>
          <a:xfrm>
            <a:off x="1287390" y="1839334"/>
            <a:ext cx="232127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only stable</a:t>
            </a:r>
            <a:br>
              <a:rPr lang="en-US" dirty="0"/>
            </a:br>
            <a:r>
              <a:rPr lang="en-US" dirty="0"/>
              <a:t>mass transfer (OSMT)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058EF0-D6D1-5485-8833-1629390B5A90}"/>
              </a:ext>
            </a:extLst>
          </p:cNvPr>
          <p:cNvSpPr txBox="1"/>
          <p:nvPr/>
        </p:nvSpPr>
        <p:spPr>
          <a:xfrm>
            <a:off x="5343198" y="1839334"/>
            <a:ext cx="15630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common </a:t>
            </a:r>
          </a:p>
          <a:p>
            <a:pPr algn="ctr"/>
            <a:r>
              <a:rPr lang="en-US" dirty="0"/>
              <a:t>envelope (CE)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59638-417F-517D-6C9E-8FDD1FBE6AC4}"/>
              </a:ext>
            </a:extLst>
          </p:cNvPr>
          <p:cNvSpPr txBox="1"/>
          <p:nvPr/>
        </p:nvSpPr>
        <p:spPr>
          <a:xfrm>
            <a:off x="8621549" y="1839334"/>
            <a:ext cx="1141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dirty="0"/>
              <a:t>channels</a:t>
            </a:r>
          </a:p>
          <a:p>
            <a:pPr algn="ctr"/>
            <a:endParaRPr lang="en-US" dirty="0"/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4C866825-521A-C3BC-01C7-8D20D6A62252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B4FE2BA-931D-029D-7C5E-91F559F6E0EA}"/>
              </a:ext>
            </a:extLst>
          </p:cNvPr>
          <p:cNvCxnSpPr>
            <a:cxnSpLocks/>
          </p:cNvCxnSpPr>
          <p:nvPr/>
        </p:nvCxnSpPr>
        <p:spPr>
          <a:xfrm>
            <a:off x="6202660" y="2933700"/>
            <a:ext cx="0" cy="206205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529B2A2-DE37-A928-BE1D-62B2126AA80E}"/>
              </a:ext>
            </a:extLst>
          </p:cNvPr>
          <p:cNvCxnSpPr>
            <a:cxnSpLocks/>
          </p:cNvCxnSpPr>
          <p:nvPr/>
        </p:nvCxnSpPr>
        <p:spPr>
          <a:xfrm>
            <a:off x="2408502" y="850532"/>
            <a:ext cx="6783876" cy="1694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DF75E06-5A05-1184-9318-860DC031BEBE}"/>
              </a:ext>
            </a:extLst>
          </p:cNvPr>
          <p:cNvSpPr txBox="1"/>
          <p:nvPr/>
        </p:nvSpPr>
        <p:spPr>
          <a:xfrm>
            <a:off x="-1222184" y="437717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D807D2-C3CB-B1F8-A475-74513AD7F937}"/>
              </a:ext>
            </a:extLst>
          </p:cNvPr>
          <p:cNvSpPr txBox="1"/>
          <p:nvPr/>
        </p:nvSpPr>
        <p:spPr>
          <a:xfrm>
            <a:off x="4947566" y="434942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C8137F-8124-23C5-A737-11D2CD40A77E}"/>
              </a:ext>
            </a:extLst>
          </p:cNvPr>
          <p:cNvSpPr txBox="1"/>
          <p:nvPr/>
        </p:nvSpPr>
        <p:spPr>
          <a:xfrm>
            <a:off x="597332" y="4363297"/>
            <a:ext cx="1884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946E52-F7A7-2823-3F45-D83DCF2A9DCC}"/>
              </a:ext>
            </a:extLst>
          </p:cNvPr>
          <p:cNvSpPr txBox="1"/>
          <p:nvPr/>
        </p:nvSpPr>
        <p:spPr>
          <a:xfrm>
            <a:off x="2429610" y="4356359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3D6C02ED-006B-B263-F0D4-44F181210203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D25857B9-91DF-95E3-8675-9ED19AB270C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466436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39EB3798-722A-7607-52C2-BDE57CD58F8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8642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55F72495-C068-1B10-E2CA-C871122361BE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87390" y="5624037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5F4D2BE-AA3A-51C2-6796-09B97AB235EA}"/>
              </a:ext>
            </a:extLst>
          </p:cNvPr>
          <p:cNvSpPr txBox="1"/>
          <p:nvPr/>
        </p:nvSpPr>
        <p:spPr>
          <a:xfrm>
            <a:off x="697801" y="844113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F64EE17-0D5D-8B11-F29C-390D765A046B}"/>
              </a:ext>
            </a:extLst>
          </p:cNvPr>
          <p:cNvSpPr txBox="1"/>
          <p:nvPr/>
        </p:nvSpPr>
        <p:spPr>
          <a:xfrm>
            <a:off x="8787538" y="627143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DDFFA6-B7C1-7AA8-10DB-9B0B8C00795B}"/>
              </a:ext>
            </a:extLst>
          </p:cNvPr>
          <p:cNvSpPr txBox="1"/>
          <p:nvPr/>
        </p:nvSpPr>
        <p:spPr>
          <a:xfrm>
            <a:off x="3153076" y="8462076"/>
            <a:ext cx="16466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BF4E1B-6B31-A9E0-60A5-E7DBFA9B95E2}"/>
              </a:ext>
            </a:extLst>
          </p:cNvPr>
          <p:cNvSpPr txBox="1"/>
          <p:nvPr/>
        </p:nvSpPr>
        <p:spPr>
          <a:xfrm>
            <a:off x="6607162" y="9458251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729D37B-0A1D-949D-8547-EDB11F3CEB9F}"/>
              </a:ext>
            </a:extLst>
          </p:cNvPr>
          <p:cNvCxnSpPr>
            <a:cxnSpLocks/>
          </p:cNvCxnSpPr>
          <p:nvPr/>
        </p:nvCxnSpPr>
        <p:spPr>
          <a:xfrm rot="10800000" flipV="1">
            <a:off x="371429" y="696107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3D395342-4F35-D702-D576-AC38E2C08CC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13003" y="775762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ACDCE4A3-5473-02F9-4335-3B881A4D99BC}"/>
              </a:ext>
            </a:extLst>
          </p:cNvPr>
          <p:cNvCxnSpPr>
            <a:cxnSpLocks/>
          </p:cNvCxnSpPr>
          <p:nvPr/>
        </p:nvCxnSpPr>
        <p:spPr>
          <a:xfrm rot="10800000" flipV="1">
            <a:off x="8076574" y="373587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D64746A-9BC8-8BC8-51B7-51DBAA136EF4}"/>
              </a:ext>
            </a:extLst>
          </p:cNvPr>
          <p:cNvSpPr txBox="1"/>
          <p:nvPr/>
        </p:nvSpPr>
        <p:spPr>
          <a:xfrm>
            <a:off x="7174564" y="437852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3B0A80-2BA9-1C16-004A-BA579F6C0A9B}"/>
              </a:ext>
            </a:extLst>
          </p:cNvPr>
          <p:cNvSpPr txBox="1"/>
          <p:nvPr/>
        </p:nvSpPr>
        <p:spPr>
          <a:xfrm>
            <a:off x="10334140" y="434942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8614D92D-0113-CDB5-3B82-550002A52A9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772996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0D32F27-106B-6BF6-B0AD-8A6D93A3B5F5}"/>
              </a:ext>
            </a:extLst>
          </p:cNvPr>
          <p:cNvCxnSpPr>
            <a:cxnSpLocks/>
          </p:cNvCxnSpPr>
          <p:nvPr/>
        </p:nvCxnSpPr>
        <p:spPr>
          <a:xfrm>
            <a:off x="6202660" y="558931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FA0A62D-5616-3E2B-0D54-E331392F31BF}"/>
              </a:ext>
            </a:extLst>
          </p:cNvPr>
          <p:cNvCxnSpPr>
            <a:cxnSpLocks/>
          </p:cNvCxnSpPr>
          <p:nvPr/>
        </p:nvCxnSpPr>
        <p:spPr>
          <a:xfrm>
            <a:off x="1988847" y="7602651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1E7EF6B6-54E1-E6CE-26E2-1DBB6C89191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58630" y="5624037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0D7AAD8-0F90-C5B2-EF5A-AD7200658338}"/>
              </a:ext>
            </a:extLst>
          </p:cNvPr>
          <p:cNvSpPr txBox="1"/>
          <p:nvPr/>
        </p:nvSpPr>
        <p:spPr>
          <a:xfrm>
            <a:off x="805990" y="6335838"/>
            <a:ext cx="1050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rad/conv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16B61B-FDED-F408-009C-8DA6E38BE540}"/>
              </a:ext>
            </a:extLst>
          </p:cNvPr>
          <p:cNvSpPr txBox="1"/>
          <p:nvPr/>
        </p:nvSpPr>
        <p:spPr>
          <a:xfrm>
            <a:off x="5404258" y="6413301"/>
            <a:ext cx="1508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MT sequence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82D42F-5114-D0B8-B744-40865BF7DFDB}"/>
              </a:ext>
            </a:extLst>
          </p:cNvPr>
          <p:cNvSpPr txBox="1"/>
          <p:nvPr/>
        </p:nvSpPr>
        <p:spPr>
          <a:xfrm>
            <a:off x="9996560" y="6260288"/>
            <a:ext cx="1508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MT sequence</a:t>
            </a:r>
          </a:p>
        </p:txBody>
      </p:sp>
    </p:spTree>
    <p:extLst>
      <p:ext uri="{BB962C8B-B14F-4D97-AF65-F5344CB8AC3E}">
        <p14:creationId xmlns:p14="http://schemas.microsoft.com/office/powerpoint/2010/main" val="3595846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20897</TotalTime>
  <Words>973</Words>
  <Application>Microsoft Macintosh PowerPoint</Application>
  <PresentationFormat>Custom</PresentationFormat>
  <Paragraphs>267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Broekgaarden, Floor</dc:creator>
  <cp:lastModifiedBy>Broekgaarden, Floor</cp:lastModifiedBy>
  <cp:revision>5</cp:revision>
  <dcterms:created xsi:type="dcterms:W3CDTF">2025-09-04T14:43:12Z</dcterms:created>
  <dcterms:modified xsi:type="dcterms:W3CDTF">2026-04-20T21:33:56Z</dcterms:modified>
</cp:coreProperties>
</file>